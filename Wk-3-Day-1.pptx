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16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7" r:id="rId2"/>
    <p:sldId id="344" r:id="rId3"/>
    <p:sldId id="345" r:id="rId4"/>
    <p:sldId id="346" r:id="rId5"/>
    <p:sldId id="392" r:id="rId6"/>
    <p:sldId id="391" r:id="rId7"/>
    <p:sldId id="393" r:id="rId8"/>
    <p:sldId id="394" r:id="rId9"/>
    <p:sldId id="395" r:id="rId10"/>
    <p:sldId id="396" r:id="rId11"/>
    <p:sldId id="397" r:id="rId12"/>
    <p:sldId id="398" r:id="rId13"/>
    <p:sldId id="406" r:id="rId14"/>
    <p:sldId id="407" r:id="rId15"/>
    <p:sldId id="408" r:id="rId16"/>
    <p:sldId id="410" r:id="rId17"/>
    <p:sldId id="409" r:id="rId18"/>
    <p:sldId id="411" r:id="rId19"/>
    <p:sldId id="412" r:id="rId20"/>
    <p:sldId id="413" r:id="rId21"/>
    <p:sldId id="414" r:id="rId22"/>
    <p:sldId id="302" r:id="rId23"/>
    <p:sldId id="309" r:id="rId24"/>
    <p:sldId id="415" r:id="rId25"/>
    <p:sldId id="416" r:id="rId26"/>
    <p:sldId id="417" r:id="rId27"/>
    <p:sldId id="418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419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84" r:id="rId45"/>
    <p:sldId id="363" r:id="rId46"/>
    <p:sldId id="366" r:id="rId47"/>
    <p:sldId id="368" r:id="rId48"/>
    <p:sldId id="367" r:id="rId49"/>
    <p:sldId id="369" r:id="rId50"/>
    <p:sldId id="370" r:id="rId51"/>
    <p:sldId id="371" r:id="rId52"/>
    <p:sldId id="373" r:id="rId53"/>
    <p:sldId id="374" r:id="rId54"/>
    <p:sldId id="375" r:id="rId55"/>
    <p:sldId id="376" r:id="rId56"/>
    <p:sldId id="377" r:id="rId57"/>
    <p:sldId id="372" r:id="rId58"/>
    <p:sldId id="362" r:id="rId59"/>
    <p:sldId id="386" r:id="rId60"/>
    <p:sldId id="364" r:id="rId61"/>
    <p:sldId id="365" r:id="rId62"/>
    <p:sldId id="385" r:id="rId63"/>
    <p:sldId id="378" r:id="rId64"/>
    <p:sldId id="379" r:id="rId65"/>
    <p:sldId id="380" r:id="rId66"/>
    <p:sldId id="381" r:id="rId67"/>
    <p:sldId id="382" r:id="rId68"/>
    <p:sldId id="383" r:id="rId69"/>
    <p:sldId id="387" r:id="rId70"/>
    <p:sldId id="388" r:id="rId71"/>
    <p:sldId id="389" r:id="rId72"/>
    <p:sldId id="390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4AF7F-8A6E-EC4E-B67D-5DB006436FD2}" v="52" dt="2026-04-23T10:30:36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1"/>
    <p:restoredTop sz="94658"/>
  </p:normalViewPr>
  <p:slideViewPr>
    <p:cSldViewPr snapToGrid="0">
      <p:cViewPr varScale="1">
        <p:scale>
          <a:sx n="120" d="100"/>
          <a:sy n="120" d="100"/>
        </p:scale>
        <p:origin x="1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a Das Chowdhury" userId="18abba20-c126-4283-960d-a4bdad88ce56" providerId="ADAL" clId="{873F8472-BB09-5EFA-A2E3-C64BFEEBCC31}"/>
    <pc:docChg chg="undo custSel addSld delSld modSld sldOrd">
      <pc:chgData name="Partha Das Chowdhury" userId="18abba20-c126-4283-960d-a4bdad88ce56" providerId="ADAL" clId="{873F8472-BB09-5EFA-A2E3-C64BFEEBCC31}" dt="2026-04-23T10:55:29.749" v="13366" actId="1076"/>
      <pc:docMkLst>
        <pc:docMk/>
      </pc:docMkLst>
      <pc:sldChg chg="addSp delSp modSp add del mod or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498189872" sldId="302"/>
        </pc:sldMkLst>
        <pc:spChg chg="mod">
          <ac:chgData name="Partha Das Chowdhury" userId="18abba20-c126-4283-960d-a4bdad88ce56" providerId="ADAL" clId="{873F8472-BB09-5EFA-A2E3-C64BFEEBCC31}" dt="2026-04-23T09:13:30.369" v="9447" actId="207"/>
          <ac:spMkLst>
            <pc:docMk/>
            <pc:sldMk cId="2498189872" sldId="302"/>
            <ac:spMk id="2" creationId="{2FA84164-FAFB-49FD-B460-329E217C63D4}"/>
          </ac:spMkLst>
        </pc:spChg>
        <pc:spChg chg="add del mod">
          <ac:chgData name="Partha Das Chowdhury" userId="18abba20-c126-4283-960d-a4bdad88ce56" providerId="ADAL" clId="{873F8472-BB09-5EFA-A2E3-C64BFEEBCC31}" dt="2026-04-23T09:11:58.583" v="9423" actId="478"/>
          <ac:spMkLst>
            <pc:docMk/>
            <pc:sldMk cId="2498189872" sldId="302"/>
            <ac:spMk id="4" creationId="{85A5A397-F4E4-B7FF-F2DC-E93B8DC82AE9}"/>
          </ac:spMkLst>
        </pc:spChg>
        <pc:spChg chg="del">
          <ac:chgData name="Partha Das Chowdhury" userId="18abba20-c126-4283-960d-a4bdad88ce56" providerId="ADAL" clId="{873F8472-BB09-5EFA-A2E3-C64BFEEBCC31}" dt="2026-04-23T09:11:55.957" v="9421" actId="478"/>
          <ac:spMkLst>
            <pc:docMk/>
            <pc:sldMk cId="2498189872" sldId="302"/>
            <ac:spMk id="6" creationId="{887B36B9-CEE3-4E9B-8228-BDA4AC28AE60}"/>
          </ac:spMkLst>
        </pc:spChg>
        <pc:spChg chg="mod">
          <ac:chgData name="Partha Das Chowdhury" userId="18abba20-c126-4283-960d-a4bdad88ce56" providerId="ADAL" clId="{873F8472-BB09-5EFA-A2E3-C64BFEEBCC31}" dt="2026-04-23T09:57:56.082" v="10927" actId="1076"/>
          <ac:spMkLst>
            <pc:docMk/>
            <pc:sldMk cId="2498189872" sldId="302"/>
            <ac:spMk id="7" creationId="{3F90ADAC-ED70-56AF-B183-36251001B738}"/>
          </ac:spMkLst>
        </pc:spChg>
        <pc:spChg chg="add mod">
          <ac:chgData name="Partha Das Chowdhury" userId="18abba20-c126-4283-960d-a4bdad88ce56" providerId="ADAL" clId="{873F8472-BB09-5EFA-A2E3-C64BFEEBCC31}" dt="2026-04-23T09:13:12.755" v="9440"/>
          <ac:spMkLst>
            <pc:docMk/>
            <pc:sldMk cId="2498189872" sldId="302"/>
            <ac:spMk id="8" creationId="{D6D37697-EB91-950E-CBC3-0D64B0B49B79}"/>
          </ac:spMkLst>
        </pc:spChg>
        <pc:picChg chg="del">
          <ac:chgData name="Partha Das Chowdhury" userId="18abba20-c126-4283-960d-a4bdad88ce56" providerId="ADAL" clId="{873F8472-BB09-5EFA-A2E3-C64BFEEBCC31}" dt="2026-04-23T09:11:57.160" v="9422" actId="478"/>
          <ac:picMkLst>
            <pc:docMk/>
            <pc:sldMk cId="2498189872" sldId="302"/>
            <ac:picMk id="5" creationId="{B53536AE-B817-4F11-95EC-EA9813FB6C2C}"/>
          </ac:picMkLst>
        </pc:picChg>
        <pc:picChg chg="add mod">
          <ac:chgData name="Partha Das Chowdhury" userId="18abba20-c126-4283-960d-a4bdad88ce56" providerId="ADAL" clId="{873F8472-BB09-5EFA-A2E3-C64BFEEBCC31}" dt="2026-04-23T09:13:23.890" v="9444" actId="1076"/>
          <ac:picMkLst>
            <pc:docMk/>
            <pc:sldMk cId="2498189872" sldId="302"/>
            <ac:picMk id="9" creationId="{5333A9BC-6EB9-7790-1DE7-D1AFDD245670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2646103450" sldId="302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524186959" sldId="309"/>
        </pc:sldMkLst>
        <pc:spChg chg="mod">
          <ac:chgData name="Partha Das Chowdhury" userId="18abba20-c126-4283-960d-a4bdad88ce56" providerId="ADAL" clId="{873F8472-BB09-5EFA-A2E3-C64BFEEBCC31}" dt="2026-04-23T09:13:05.767" v="9439" actId="207"/>
          <ac:spMkLst>
            <pc:docMk/>
            <pc:sldMk cId="524186959" sldId="309"/>
            <ac:spMk id="2" creationId="{2FA84164-FAFB-49FD-B460-329E217C63D4}"/>
          </ac:spMkLst>
        </pc:spChg>
        <pc:spChg chg="add del mod">
          <ac:chgData name="Partha Das Chowdhury" userId="18abba20-c126-4283-960d-a4bdad88ce56" providerId="ADAL" clId="{873F8472-BB09-5EFA-A2E3-C64BFEEBCC31}" dt="2026-04-23T09:11:52.281" v="9420" actId="478"/>
          <ac:spMkLst>
            <pc:docMk/>
            <pc:sldMk cId="524186959" sldId="309"/>
            <ac:spMk id="4" creationId="{1BF114EE-FBEF-D5D0-BA13-2ECAD9385E23}"/>
          </ac:spMkLst>
        </pc:spChg>
        <pc:spChg chg="del">
          <ac:chgData name="Partha Das Chowdhury" userId="18abba20-c126-4283-960d-a4bdad88ce56" providerId="ADAL" clId="{873F8472-BB09-5EFA-A2E3-C64BFEEBCC31}" dt="2026-04-23T09:11:48.563" v="9418" actId="478"/>
          <ac:spMkLst>
            <pc:docMk/>
            <pc:sldMk cId="524186959" sldId="309"/>
            <ac:spMk id="6" creationId="{887B36B9-CEE3-4E9B-8228-BDA4AC28AE60}"/>
          </ac:spMkLst>
        </pc:spChg>
        <pc:spChg chg="mod">
          <ac:chgData name="Partha Das Chowdhury" userId="18abba20-c126-4283-960d-a4bdad88ce56" providerId="ADAL" clId="{873F8472-BB09-5EFA-A2E3-C64BFEEBCC31}" dt="2026-04-23T10:03:17.694" v="11513" actId="1076"/>
          <ac:spMkLst>
            <pc:docMk/>
            <pc:sldMk cId="524186959" sldId="309"/>
            <ac:spMk id="7" creationId="{3F90ADAC-ED70-56AF-B183-36251001B738}"/>
          </ac:spMkLst>
        </pc:spChg>
        <pc:spChg chg="add mod">
          <ac:chgData name="Partha Das Chowdhury" userId="18abba20-c126-4283-960d-a4bdad88ce56" providerId="ADAL" clId="{873F8472-BB09-5EFA-A2E3-C64BFEEBCC31}" dt="2026-04-23T09:13:00.980" v="9437"/>
          <ac:spMkLst>
            <pc:docMk/>
            <pc:sldMk cId="524186959" sldId="309"/>
            <ac:spMk id="8" creationId="{DB5A9CF3-D6AB-BFC4-781B-6D0BDB0360E4}"/>
          </ac:spMkLst>
        </pc:spChg>
        <pc:picChg chg="del">
          <ac:chgData name="Partha Das Chowdhury" userId="18abba20-c126-4283-960d-a4bdad88ce56" providerId="ADAL" clId="{873F8472-BB09-5EFA-A2E3-C64BFEEBCC31}" dt="2026-04-23T09:11:49.607" v="9419" actId="478"/>
          <ac:picMkLst>
            <pc:docMk/>
            <pc:sldMk cId="524186959" sldId="309"/>
            <ac:picMk id="5" creationId="{B53536AE-B817-4F11-95EC-EA9813FB6C2C}"/>
          </ac:picMkLst>
        </pc:picChg>
        <pc:picChg chg="add mod">
          <ac:chgData name="Partha Das Chowdhury" userId="18abba20-c126-4283-960d-a4bdad88ce56" providerId="ADAL" clId="{873F8472-BB09-5EFA-A2E3-C64BFEEBCC31}" dt="2026-04-23T09:13:00.980" v="9437"/>
          <ac:picMkLst>
            <pc:docMk/>
            <pc:sldMk cId="524186959" sldId="309"/>
            <ac:picMk id="9" creationId="{6D79CD5E-C871-3DCB-146D-7D7B46D53A20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2806635766" sldId="309"/>
        </pc:sldMkLst>
      </pc:sldChg>
      <pc:sldChg chg="modSp mod">
        <pc:chgData name="Partha Das Chowdhury" userId="18abba20-c126-4283-960d-a4bdad88ce56" providerId="ADAL" clId="{873F8472-BB09-5EFA-A2E3-C64BFEEBCC31}" dt="2026-04-17T15:49:47.383" v="8052" actId="1076"/>
        <pc:sldMkLst>
          <pc:docMk/>
          <pc:sldMk cId="604556879" sldId="344"/>
        </pc:sldMkLst>
        <pc:spChg chg="mod">
          <ac:chgData name="Partha Das Chowdhury" userId="18abba20-c126-4283-960d-a4bdad88ce56" providerId="ADAL" clId="{873F8472-BB09-5EFA-A2E3-C64BFEEBCC31}" dt="2026-04-17T15:49:47.383" v="8052" actId="1076"/>
          <ac:spMkLst>
            <pc:docMk/>
            <pc:sldMk cId="604556879" sldId="344"/>
            <ac:spMk id="3" creationId="{00D6C326-554C-C90A-F9A0-3C0903D9BCA3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0:36:58.486" v="612" actId="20577"/>
        <pc:sldMkLst>
          <pc:docMk/>
          <pc:sldMk cId="3643978462" sldId="345"/>
        </pc:sldMkLst>
        <pc:spChg chg="add mod">
          <ac:chgData name="Partha Das Chowdhury" userId="18abba20-c126-4283-960d-a4bdad88ce56" providerId="ADAL" clId="{873F8472-BB09-5EFA-A2E3-C64BFEEBCC31}" dt="2026-03-26T10:35:38.307" v="592" actId="255"/>
          <ac:spMkLst>
            <pc:docMk/>
            <pc:sldMk cId="3643978462" sldId="345"/>
            <ac:spMk id="2" creationId="{6619BB94-6766-07FC-B325-E6BED162D29F}"/>
          </ac:spMkLst>
        </pc:spChg>
        <pc:spChg chg="mod">
          <ac:chgData name="Partha Das Chowdhury" userId="18abba20-c126-4283-960d-a4bdad88ce56" providerId="ADAL" clId="{873F8472-BB09-5EFA-A2E3-C64BFEEBCC31}" dt="2026-03-26T10:36:58.486" v="612" actId="20577"/>
          <ac:spMkLst>
            <pc:docMk/>
            <pc:sldMk cId="3643978462" sldId="345"/>
            <ac:spMk id="3" creationId="{4D339E64-DABF-70C1-1BA1-5325290E7274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0:39:13.526" v="642" actId="1076"/>
        <pc:sldMkLst>
          <pc:docMk/>
          <pc:sldMk cId="352317701" sldId="346"/>
        </pc:sldMkLst>
        <pc:spChg chg="add mod">
          <ac:chgData name="Partha Das Chowdhury" userId="18abba20-c126-4283-960d-a4bdad88ce56" providerId="ADAL" clId="{873F8472-BB09-5EFA-A2E3-C64BFEEBCC31}" dt="2026-03-26T10:39:02.108" v="641" actId="1076"/>
          <ac:spMkLst>
            <pc:docMk/>
            <pc:sldMk cId="352317701" sldId="346"/>
            <ac:spMk id="7" creationId="{0C32E04A-720A-0BB2-DD9D-4CC7A532DAFA}"/>
          </ac:spMkLst>
        </pc:spChg>
        <pc:picChg chg="add mod">
          <ac:chgData name="Partha Das Chowdhury" userId="18abba20-c126-4283-960d-a4bdad88ce56" providerId="ADAL" clId="{873F8472-BB09-5EFA-A2E3-C64BFEEBCC31}" dt="2026-03-26T10:39:13.526" v="642" actId="1076"/>
          <ac:picMkLst>
            <pc:docMk/>
            <pc:sldMk cId="352317701" sldId="346"/>
            <ac:picMk id="6" creationId="{E4EE134F-5331-149F-B02B-06BAB538C637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0:43:35.073" v="657" actId="14100"/>
        <pc:sldMkLst>
          <pc:docMk/>
          <pc:sldMk cId="3972895765" sldId="347"/>
        </pc:sldMkLst>
        <pc:picChg chg="add mod">
          <ac:chgData name="Partha Das Chowdhury" userId="18abba20-c126-4283-960d-a4bdad88ce56" providerId="ADAL" clId="{873F8472-BB09-5EFA-A2E3-C64BFEEBCC31}" dt="2026-03-26T10:42:30.358" v="652" actId="1076"/>
          <ac:picMkLst>
            <pc:docMk/>
            <pc:sldMk cId="3972895765" sldId="347"/>
            <ac:picMk id="3" creationId="{6D55E4D1-4E4C-6D37-8EAF-D4D651715583}"/>
          </ac:picMkLst>
        </pc:picChg>
        <pc:picChg chg="add mod">
          <ac:chgData name="Partha Das Chowdhury" userId="18abba20-c126-4283-960d-a4bdad88ce56" providerId="ADAL" clId="{873F8472-BB09-5EFA-A2E3-C64BFEEBCC31}" dt="2026-03-26T10:43:35.073" v="657" actId="14100"/>
          <ac:picMkLst>
            <pc:docMk/>
            <pc:sldMk cId="3972895765" sldId="347"/>
            <ac:picMk id="5" creationId="{AA12E7B9-566C-FDA7-89B3-4326A30831DE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0:44:16.547" v="662" actId="1076"/>
        <pc:sldMkLst>
          <pc:docMk/>
          <pc:sldMk cId="2889155289" sldId="348"/>
        </pc:sldMkLst>
        <pc:picChg chg="add mod">
          <ac:chgData name="Partha Das Chowdhury" userId="18abba20-c126-4283-960d-a4bdad88ce56" providerId="ADAL" clId="{873F8472-BB09-5EFA-A2E3-C64BFEEBCC31}" dt="2026-03-26T10:44:16.547" v="662" actId="1076"/>
          <ac:picMkLst>
            <pc:docMk/>
            <pc:sldMk cId="2889155289" sldId="348"/>
            <ac:picMk id="4" creationId="{065FA454-755A-81BF-27A1-83513EFF7226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0:46:06.919" v="668" actId="1076"/>
        <pc:sldMkLst>
          <pc:docMk/>
          <pc:sldMk cId="3636972015" sldId="349"/>
        </pc:sldMkLst>
        <pc:picChg chg="add mod">
          <ac:chgData name="Partha Das Chowdhury" userId="18abba20-c126-4283-960d-a4bdad88ce56" providerId="ADAL" clId="{873F8472-BB09-5EFA-A2E3-C64BFEEBCC31}" dt="2026-03-26T10:46:06.919" v="668" actId="1076"/>
          <ac:picMkLst>
            <pc:docMk/>
            <pc:sldMk cId="3636972015" sldId="349"/>
            <ac:picMk id="5" creationId="{447E05C4-003B-CACD-2272-CE37819E8ED8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0:46:50.223" v="674" actId="1076"/>
        <pc:sldMkLst>
          <pc:docMk/>
          <pc:sldMk cId="3468627709" sldId="350"/>
        </pc:sldMkLst>
        <pc:picChg chg="add mod">
          <ac:chgData name="Partha Das Chowdhury" userId="18abba20-c126-4283-960d-a4bdad88ce56" providerId="ADAL" clId="{873F8472-BB09-5EFA-A2E3-C64BFEEBCC31}" dt="2026-03-26T10:46:50.223" v="674" actId="1076"/>
          <ac:picMkLst>
            <pc:docMk/>
            <pc:sldMk cId="3468627709" sldId="350"/>
            <ac:picMk id="4" creationId="{1AE7FF00-68DB-1DCE-A773-8045B29D344F}"/>
          </ac:picMkLst>
        </pc:picChg>
      </pc:sldChg>
      <pc:sldChg chg="modSp add mod">
        <pc:chgData name="Partha Das Chowdhury" userId="18abba20-c126-4283-960d-a4bdad88ce56" providerId="ADAL" clId="{873F8472-BB09-5EFA-A2E3-C64BFEEBCC31}" dt="2026-03-26T10:52:29.457" v="799" actId="20577"/>
        <pc:sldMkLst>
          <pc:docMk/>
          <pc:sldMk cId="4011973934" sldId="351"/>
        </pc:sldMkLst>
        <pc:spChg chg="mod">
          <ac:chgData name="Partha Das Chowdhury" userId="18abba20-c126-4283-960d-a4bdad88ce56" providerId="ADAL" clId="{873F8472-BB09-5EFA-A2E3-C64BFEEBCC31}" dt="2026-03-26T10:52:29.457" v="799" actId="20577"/>
          <ac:spMkLst>
            <pc:docMk/>
            <pc:sldMk cId="4011973934" sldId="351"/>
            <ac:spMk id="3" creationId="{1E9ED2B4-90B3-5519-E3E1-845E5F95B6DD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0:55:26.744" v="849" actId="20577"/>
        <pc:sldMkLst>
          <pc:docMk/>
          <pc:sldMk cId="3791839563" sldId="352"/>
        </pc:sldMkLst>
        <pc:spChg chg="mod">
          <ac:chgData name="Partha Das Chowdhury" userId="18abba20-c126-4283-960d-a4bdad88ce56" providerId="ADAL" clId="{873F8472-BB09-5EFA-A2E3-C64BFEEBCC31}" dt="2026-03-26T10:55:26.744" v="849" actId="20577"/>
          <ac:spMkLst>
            <pc:docMk/>
            <pc:sldMk cId="3791839563" sldId="352"/>
            <ac:spMk id="2" creationId="{02CCF3FD-DF3D-EDC6-6C2C-36B76F507B49}"/>
          </ac:spMkLst>
        </pc:spChg>
        <pc:picChg chg="add mod">
          <ac:chgData name="Partha Das Chowdhury" userId="18abba20-c126-4283-960d-a4bdad88ce56" providerId="ADAL" clId="{873F8472-BB09-5EFA-A2E3-C64BFEEBCC31}" dt="2026-03-26T10:55:09.507" v="804" actId="1076"/>
          <ac:picMkLst>
            <pc:docMk/>
            <pc:sldMk cId="3791839563" sldId="352"/>
            <ac:picMk id="5" creationId="{291C8B4C-E89D-B6C8-85F1-A15021DD0AD1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1:02:04.058" v="859" actId="1076"/>
        <pc:sldMkLst>
          <pc:docMk/>
          <pc:sldMk cId="2513643721" sldId="353"/>
        </pc:sldMkLst>
        <pc:picChg chg="add mod">
          <ac:chgData name="Partha Das Chowdhury" userId="18abba20-c126-4283-960d-a4bdad88ce56" providerId="ADAL" clId="{873F8472-BB09-5EFA-A2E3-C64BFEEBCC31}" dt="2026-03-26T11:02:04.058" v="859" actId="1076"/>
          <ac:picMkLst>
            <pc:docMk/>
            <pc:sldMk cId="2513643721" sldId="353"/>
            <ac:picMk id="4" creationId="{D80C8C61-D146-2DD8-E614-7660F7AC20F7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1:04:55.173" v="873" actId="1076"/>
        <pc:sldMkLst>
          <pc:docMk/>
          <pc:sldMk cId="171190742" sldId="354"/>
        </pc:sldMkLst>
        <pc:picChg chg="add mod">
          <ac:chgData name="Partha Das Chowdhury" userId="18abba20-c126-4283-960d-a4bdad88ce56" providerId="ADAL" clId="{873F8472-BB09-5EFA-A2E3-C64BFEEBCC31}" dt="2026-03-26T11:04:36.200" v="869" actId="1076"/>
          <ac:picMkLst>
            <pc:docMk/>
            <pc:sldMk cId="171190742" sldId="354"/>
            <ac:picMk id="2" creationId="{E95AC508-32B2-8159-E214-8B1AD8B5B845}"/>
          </ac:picMkLst>
        </pc:picChg>
        <pc:picChg chg="add mod">
          <ac:chgData name="Partha Das Chowdhury" userId="18abba20-c126-4283-960d-a4bdad88ce56" providerId="ADAL" clId="{873F8472-BB09-5EFA-A2E3-C64BFEEBCC31}" dt="2026-03-26T11:04:55.173" v="873" actId="1076"/>
          <ac:picMkLst>
            <pc:docMk/>
            <pc:sldMk cId="171190742" sldId="354"/>
            <ac:picMk id="5" creationId="{C3F87D65-0123-162C-405B-1BF50828CBF9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6T11:24:57.865" v="1193" actId="12"/>
        <pc:sldMkLst>
          <pc:docMk/>
          <pc:sldMk cId="4106278271" sldId="355"/>
        </pc:sldMkLst>
        <pc:spChg chg="add mod">
          <ac:chgData name="Partha Das Chowdhury" userId="18abba20-c126-4283-960d-a4bdad88ce56" providerId="ADAL" clId="{873F8472-BB09-5EFA-A2E3-C64BFEEBCC31}" dt="2026-03-26T11:14:52.843" v="931" actId="2711"/>
          <ac:spMkLst>
            <pc:docMk/>
            <pc:sldMk cId="4106278271" sldId="355"/>
            <ac:spMk id="3" creationId="{B9396D68-90C7-371C-2CEE-990473BD21F9}"/>
          </ac:spMkLst>
        </pc:spChg>
        <pc:spChg chg="add mod">
          <ac:chgData name="Partha Das Chowdhury" userId="18abba20-c126-4283-960d-a4bdad88ce56" providerId="ADAL" clId="{873F8472-BB09-5EFA-A2E3-C64BFEEBCC31}" dt="2026-03-26T11:24:57.865" v="1193" actId="12"/>
          <ac:spMkLst>
            <pc:docMk/>
            <pc:sldMk cId="4106278271" sldId="355"/>
            <ac:spMk id="8" creationId="{F888ACD6-A699-1C85-FDC5-FD2B83C00A89}"/>
          </ac:spMkLst>
        </pc:spChg>
        <pc:picChg chg="add mod">
          <ac:chgData name="Partha Das Chowdhury" userId="18abba20-c126-4283-960d-a4bdad88ce56" providerId="ADAL" clId="{873F8472-BB09-5EFA-A2E3-C64BFEEBCC31}" dt="2026-03-26T11:15:15.296" v="935" actId="1076"/>
          <ac:picMkLst>
            <pc:docMk/>
            <pc:sldMk cId="4106278271" sldId="355"/>
            <ac:picMk id="6" creationId="{CB9D8D42-2034-7C99-855F-0F5F063C0CDE}"/>
          </ac:picMkLst>
        </pc:picChg>
        <pc:cxnChg chg="add mod">
          <ac:chgData name="Partha Das Chowdhury" userId="18abba20-c126-4283-960d-a4bdad88ce56" providerId="ADAL" clId="{873F8472-BB09-5EFA-A2E3-C64BFEEBCC31}" dt="2026-03-26T11:24:49.287" v="1190" actId="14100"/>
          <ac:cxnSpMkLst>
            <pc:docMk/>
            <pc:sldMk cId="4106278271" sldId="355"/>
            <ac:cxnSpMk id="7" creationId="{72386598-984A-F15F-C1C7-0F89EEDDA34C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22:26.032" v="1043" actId="1076"/>
        <pc:sldMkLst>
          <pc:docMk/>
          <pc:sldMk cId="1132566333" sldId="356"/>
        </pc:sldMkLst>
        <pc:spChg chg="add mod">
          <ac:chgData name="Partha Das Chowdhury" userId="18abba20-c126-4283-960d-a4bdad88ce56" providerId="ADAL" clId="{873F8472-BB09-5EFA-A2E3-C64BFEEBCC31}" dt="2026-03-26T11:22:26.032" v="1043" actId="1076"/>
          <ac:spMkLst>
            <pc:docMk/>
            <pc:sldMk cId="1132566333" sldId="356"/>
            <ac:spMk id="14" creationId="{F0D5755E-38F8-8269-A98E-A4ED67B800E8}"/>
          </ac:spMkLst>
        </pc:spChg>
        <pc:picChg chg="add mod">
          <ac:chgData name="Partha Das Chowdhury" userId="18abba20-c126-4283-960d-a4bdad88ce56" providerId="ADAL" clId="{873F8472-BB09-5EFA-A2E3-C64BFEEBCC31}" dt="2026-03-26T11:18:26.958" v="946" actId="1076"/>
          <ac:picMkLst>
            <pc:docMk/>
            <pc:sldMk cId="1132566333" sldId="356"/>
            <ac:picMk id="4" creationId="{D208C801-880E-D6C7-2D2B-8EA19B9F5912}"/>
          </ac:picMkLst>
        </pc:picChg>
        <pc:cxnChg chg="add mod">
          <ac:chgData name="Partha Das Chowdhury" userId="18abba20-c126-4283-960d-a4bdad88ce56" providerId="ADAL" clId="{873F8472-BB09-5EFA-A2E3-C64BFEEBCC31}" dt="2026-03-26T11:21:30.051" v="964" actId="14100"/>
          <ac:cxnSpMkLst>
            <pc:docMk/>
            <pc:sldMk cId="1132566333" sldId="356"/>
            <ac:cxnSpMk id="7" creationId="{C30507DE-0009-1EC3-9F26-A95EC82C4322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23:24.580" v="1109" actId="1076"/>
        <pc:sldMkLst>
          <pc:docMk/>
          <pc:sldMk cId="2757925117" sldId="357"/>
        </pc:sldMkLst>
        <pc:spChg chg="add mod">
          <ac:chgData name="Partha Das Chowdhury" userId="18abba20-c126-4283-960d-a4bdad88ce56" providerId="ADAL" clId="{873F8472-BB09-5EFA-A2E3-C64BFEEBCC31}" dt="2026-03-26T11:23:24.580" v="1109" actId="1076"/>
          <ac:spMkLst>
            <pc:docMk/>
            <pc:sldMk cId="2757925117" sldId="357"/>
            <ac:spMk id="7" creationId="{C3238999-E8B0-76D0-5328-0168262F6EF7}"/>
          </ac:spMkLst>
        </pc:spChg>
        <pc:picChg chg="add mod">
          <ac:chgData name="Partha Das Chowdhury" userId="18abba20-c126-4283-960d-a4bdad88ce56" providerId="ADAL" clId="{873F8472-BB09-5EFA-A2E3-C64BFEEBCC31}" dt="2026-03-26T11:20:16.082" v="951" actId="14100"/>
          <ac:picMkLst>
            <pc:docMk/>
            <pc:sldMk cId="2757925117" sldId="357"/>
            <ac:picMk id="4" creationId="{FA105621-AFF6-8582-716B-AC712B4EE552}"/>
          </ac:picMkLst>
        </pc:picChg>
        <pc:cxnChg chg="add mod">
          <ac:chgData name="Partha Das Chowdhury" userId="18abba20-c126-4283-960d-a4bdad88ce56" providerId="ADAL" clId="{873F8472-BB09-5EFA-A2E3-C64BFEEBCC31}" dt="2026-03-26T11:22:53.159" v="1045" actId="1076"/>
          <ac:cxnSpMkLst>
            <pc:docMk/>
            <pc:sldMk cId="2757925117" sldId="357"/>
            <ac:cxnSpMk id="5" creationId="{C5475160-51F8-3583-672B-3EF7968114DD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33:45.303" v="1241" actId="14100"/>
        <pc:sldMkLst>
          <pc:docMk/>
          <pc:sldMk cId="1983158691" sldId="358"/>
        </pc:sldMkLst>
        <pc:spChg chg="add mod">
          <ac:chgData name="Partha Das Chowdhury" userId="18abba20-c126-4283-960d-a4bdad88ce56" providerId="ADAL" clId="{873F8472-BB09-5EFA-A2E3-C64BFEEBCC31}" dt="2026-03-26T11:32:36.351" v="1232" actId="20577"/>
          <ac:spMkLst>
            <pc:docMk/>
            <pc:sldMk cId="1983158691" sldId="358"/>
            <ac:spMk id="7" creationId="{88CEB03D-8CDC-148C-73BE-E62599519334}"/>
          </ac:spMkLst>
        </pc:spChg>
        <pc:picChg chg="add mod">
          <ac:chgData name="Partha Das Chowdhury" userId="18abba20-c126-4283-960d-a4bdad88ce56" providerId="ADAL" clId="{873F8472-BB09-5EFA-A2E3-C64BFEEBCC31}" dt="2026-03-26T11:26:17.220" v="1197" actId="1076"/>
          <ac:picMkLst>
            <pc:docMk/>
            <pc:sldMk cId="1983158691" sldId="358"/>
            <ac:picMk id="4" creationId="{80748CCF-040E-8B0E-0E2F-6E703BC7245C}"/>
          </ac:picMkLst>
        </pc:picChg>
        <pc:cxnChg chg="add mod">
          <ac:chgData name="Partha Das Chowdhury" userId="18abba20-c126-4283-960d-a4bdad88ce56" providerId="ADAL" clId="{873F8472-BB09-5EFA-A2E3-C64BFEEBCC31}" dt="2026-03-26T11:33:45.303" v="1241" actId="14100"/>
          <ac:cxnSpMkLst>
            <pc:docMk/>
            <pc:sldMk cId="1983158691" sldId="358"/>
            <ac:cxnSpMk id="5" creationId="{BB7798C4-13A0-266F-D977-2394670041B5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33:39.229" v="1240" actId="14100"/>
        <pc:sldMkLst>
          <pc:docMk/>
          <pc:sldMk cId="1751369061" sldId="359"/>
        </pc:sldMkLst>
        <pc:picChg chg="add mod">
          <ac:chgData name="Partha Das Chowdhury" userId="18abba20-c126-4283-960d-a4bdad88ce56" providerId="ADAL" clId="{873F8472-BB09-5EFA-A2E3-C64BFEEBCC31}" dt="2026-03-26T11:33:27.033" v="1237" actId="1076"/>
          <ac:picMkLst>
            <pc:docMk/>
            <pc:sldMk cId="1751369061" sldId="359"/>
            <ac:picMk id="6" creationId="{455EF7AC-1F2D-08E9-3C6C-AD09D0CC069D}"/>
          </ac:picMkLst>
        </pc:picChg>
        <pc:cxnChg chg="add mod">
          <ac:chgData name="Partha Das Chowdhury" userId="18abba20-c126-4283-960d-a4bdad88ce56" providerId="ADAL" clId="{873F8472-BB09-5EFA-A2E3-C64BFEEBCC31}" dt="2026-03-26T11:33:39.229" v="1240" actId="14100"/>
          <ac:cxnSpMkLst>
            <pc:docMk/>
            <pc:sldMk cId="1751369061" sldId="359"/>
            <ac:cxnSpMk id="8" creationId="{9747D1F3-E9FA-4FAD-A142-A9D4A2CF3701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35:34.780" v="1248"/>
        <pc:sldMkLst>
          <pc:docMk/>
          <pc:sldMk cId="1864581586" sldId="360"/>
        </pc:sldMkLst>
        <pc:picChg chg="add mod">
          <ac:chgData name="Partha Das Chowdhury" userId="18abba20-c126-4283-960d-a4bdad88ce56" providerId="ADAL" clId="{873F8472-BB09-5EFA-A2E3-C64BFEEBCC31}" dt="2026-03-26T11:35:29.766" v="1246" actId="1076"/>
          <ac:picMkLst>
            <pc:docMk/>
            <pc:sldMk cId="1864581586" sldId="360"/>
            <ac:picMk id="4" creationId="{2DD1A49D-73F3-ACF6-2417-426A22B0499D}"/>
          </ac:picMkLst>
        </pc:picChg>
        <pc:cxnChg chg="add mod">
          <ac:chgData name="Partha Das Chowdhury" userId="18abba20-c126-4283-960d-a4bdad88ce56" providerId="ADAL" clId="{873F8472-BB09-5EFA-A2E3-C64BFEEBCC31}" dt="2026-03-26T11:35:34.780" v="1248"/>
          <ac:cxnSpMkLst>
            <pc:docMk/>
            <pc:sldMk cId="1864581586" sldId="360"/>
            <ac:cxnSpMk id="5" creationId="{133C4F5E-E5CA-E605-B6DD-B2AFFF23B35D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1:43:26.857" v="1283" actId="22"/>
        <pc:sldMkLst>
          <pc:docMk/>
          <pc:sldMk cId="3823671220" sldId="361"/>
        </pc:sldMkLst>
        <pc:spChg chg="mod">
          <ac:chgData name="Partha Das Chowdhury" userId="18abba20-c126-4283-960d-a4bdad88ce56" providerId="ADAL" clId="{873F8472-BB09-5EFA-A2E3-C64BFEEBCC31}" dt="2026-03-26T11:36:26.816" v="1281" actId="20577"/>
          <ac:spMkLst>
            <pc:docMk/>
            <pc:sldMk cId="3823671220" sldId="361"/>
            <ac:spMk id="7" creationId="{02F110DF-FC54-5ECB-2DDD-41DFB0DCB9BE}"/>
          </ac:spMkLst>
        </pc:spChg>
        <pc:picChg chg="add mod">
          <ac:chgData name="Partha Das Chowdhury" userId="18abba20-c126-4283-960d-a4bdad88ce56" providerId="ADAL" clId="{873F8472-BB09-5EFA-A2E3-C64BFEEBCC31}" dt="2026-03-26T11:36:12.952" v="1253" actId="1076"/>
          <ac:picMkLst>
            <pc:docMk/>
            <pc:sldMk cId="3823671220" sldId="361"/>
            <ac:picMk id="6" creationId="{F182CE8D-06E8-7DB4-8831-6B8C649AD053}"/>
          </ac:picMkLst>
        </pc:picChg>
        <pc:cxnChg chg="add mod">
          <ac:chgData name="Partha Das Chowdhury" userId="18abba20-c126-4283-960d-a4bdad88ce56" providerId="ADAL" clId="{873F8472-BB09-5EFA-A2E3-C64BFEEBCC31}" dt="2026-03-26T11:36:17.803" v="1255"/>
          <ac:cxnSpMkLst>
            <pc:docMk/>
            <pc:sldMk cId="3823671220" sldId="361"/>
            <ac:cxnSpMk id="8" creationId="{B1613536-042E-3BCE-8E36-70411F40B8B6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6:45:18.855" v="6246" actId="478"/>
        <pc:sldMkLst>
          <pc:docMk/>
          <pc:sldMk cId="2097240077" sldId="362"/>
        </pc:sldMkLst>
        <pc:spChg chg="add mod">
          <ac:chgData name="Partha Das Chowdhury" userId="18abba20-c126-4283-960d-a4bdad88ce56" providerId="ADAL" clId="{873F8472-BB09-5EFA-A2E3-C64BFEEBCC31}" dt="2026-03-26T16:43:55.607" v="6110" actId="14100"/>
          <ac:spMkLst>
            <pc:docMk/>
            <pc:sldMk cId="2097240077" sldId="362"/>
            <ac:spMk id="5" creationId="{C7581207-B4F2-75AB-3CA9-CE28FDA26F96}"/>
          </ac:spMkLst>
        </pc:spChg>
        <pc:spChg chg="add mod">
          <ac:chgData name="Partha Das Chowdhury" userId="18abba20-c126-4283-960d-a4bdad88ce56" providerId="ADAL" clId="{873F8472-BB09-5EFA-A2E3-C64BFEEBCC31}" dt="2026-03-26T16:45:12.527" v="6245" actId="20577"/>
          <ac:spMkLst>
            <pc:docMk/>
            <pc:sldMk cId="2097240077" sldId="362"/>
            <ac:spMk id="19" creationId="{C829B92A-1B95-329E-12DF-03195E44081E}"/>
          </ac:spMkLst>
        </pc:spChg>
        <pc:picChg chg="add mod">
          <ac:chgData name="Partha Das Chowdhury" userId="18abba20-c126-4283-960d-a4bdad88ce56" providerId="ADAL" clId="{873F8472-BB09-5EFA-A2E3-C64BFEEBCC31}" dt="2026-03-26T16:43:28.720" v="6102" actId="14100"/>
          <ac:picMkLst>
            <pc:docMk/>
            <pc:sldMk cId="2097240077" sldId="362"/>
            <ac:picMk id="24" creationId="{C0C51E86-B507-B0D2-C6C7-FFAD6BD05DD0}"/>
          </ac:picMkLst>
        </pc:picChg>
        <pc:cxnChg chg="add mod">
          <ac:chgData name="Partha Das Chowdhury" userId="18abba20-c126-4283-960d-a4bdad88ce56" providerId="ADAL" clId="{873F8472-BB09-5EFA-A2E3-C64BFEEBCC31}" dt="2026-03-26T16:43:48.398" v="6109"/>
          <ac:cxnSpMkLst>
            <pc:docMk/>
            <pc:sldMk cId="2097240077" sldId="362"/>
            <ac:cxnSpMk id="25" creationId="{4A1F9D1E-E246-A695-AF5C-B56280B1F4BD}"/>
          </ac:cxnSpMkLst>
        </pc:cxnChg>
        <pc:cxnChg chg="add mod">
          <ac:chgData name="Partha Das Chowdhury" userId="18abba20-c126-4283-960d-a4bdad88ce56" providerId="ADAL" clId="{873F8472-BB09-5EFA-A2E3-C64BFEEBCC31}" dt="2026-03-26T16:44:08.883" v="6113" actId="14100"/>
          <ac:cxnSpMkLst>
            <pc:docMk/>
            <pc:sldMk cId="2097240077" sldId="362"/>
            <ac:cxnSpMk id="26" creationId="{6FC2DEB9-8FF2-510C-B993-21F033F6B8F4}"/>
          </ac:cxnSpMkLst>
        </pc:cxnChg>
      </pc:sldChg>
      <pc:sldChg chg="modSp add mod ord">
        <pc:chgData name="Partha Das Chowdhury" userId="18abba20-c126-4283-960d-a4bdad88ce56" providerId="ADAL" clId="{873F8472-BB09-5EFA-A2E3-C64BFEEBCC31}" dt="2026-03-26T15:58:56.023" v="5110" actId="5793"/>
        <pc:sldMkLst>
          <pc:docMk/>
          <pc:sldMk cId="4118647427" sldId="363"/>
        </pc:sldMkLst>
        <pc:spChg chg="mod">
          <ac:chgData name="Partha Das Chowdhury" userId="18abba20-c126-4283-960d-a4bdad88ce56" providerId="ADAL" clId="{873F8472-BB09-5EFA-A2E3-C64BFEEBCC31}" dt="2026-03-26T15:58:56.023" v="5110" actId="5793"/>
          <ac:spMkLst>
            <pc:docMk/>
            <pc:sldMk cId="4118647427" sldId="363"/>
            <ac:spMk id="7" creationId="{14E53625-C726-F6C5-3F97-D3B7BEE2DFD2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6:50:22.577" v="6349" actId="14100"/>
        <pc:sldMkLst>
          <pc:docMk/>
          <pc:sldMk cId="515076856" sldId="364"/>
        </pc:sldMkLst>
        <pc:spChg chg="mod">
          <ac:chgData name="Partha Das Chowdhury" userId="18abba20-c126-4283-960d-a4bdad88ce56" providerId="ADAL" clId="{873F8472-BB09-5EFA-A2E3-C64BFEEBCC31}" dt="2026-03-26T12:00:58.501" v="1871" actId="1076"/>
          <ac:spMkLst>
            <pc:docMk/>
            <pc:sldMk cId="515076856" sldId="364"/>
            <ac:spMk id="5" creationId="{A93CD5BD-3BF4-B828-096E-E060A860ED41}"/>
          </ac:spMkLst>
        </pc:spChg>
        <pc:spChg chg="mod">
          <ac:chgData name="Partha Das Chowdhury" userId="18abba20-c126-4283-960d-a4bdad88ce56" providerId="ADAL" clId="{873F8472-BB09-5EFA-A2E3-C64BFEEBCC31}" dt="2026-03-26T12:02:49.944" v="1985" actId="20577"/>
          <ac:spMkLst>
            <pc:docMk/>
            <pc:sldMk cId="515076856" sldId="364"/>
            <ac:spMk id="19" creationId="{B6AB5263-E9D9-2168-1E17-BF468B7EEB47}"/>
          </ac:spMkLst>
        </pc:spChg>
        <pc:picChg chg="add mod">
          <ac:chgData name="Partha Das Chowdhury" userId="18abba20-c126-4283-960d-a4bdad88ce56" providerId="ADAL" clId="{873F8472-BB09-5EFA-A2E3-C64BFEEBCC31}" dt="2026-03-26T16:50:07.771" v="6346" actId="1076"/>
          <ac:picMkLst>
            <pc:docMk/>
            <pc:sldMk cId="515076856" sldId="364"/>
            <ac:picMk id="13" creationId="{770ADEC3-8E68-3AA4-4492-7701D91BD048}"/>
          </ac:picMkLst>
        </pc:picChg>
        <pc:cxnChg chg="add mod">
          <ac:chgData name="Partha Das Chowdhury" userId="18abba20-c126-4283-960d-a4bdad88ce56" providerId="ADAL" clId="{873F8472-BB09-5EFA-A2E3-C64BFEEBCC31}" dt="2026-03-26T16:50:22.577" v="6349" actId="14100"/>
          <ac:cxnSpMkLst>
            <pc:docMk/>
            <pc:sldMk cId="515076856" sldId="364"/>
            <ac:cxnSpMk id="15" creationId="{1357B3B5-06B9-08FF-E554-0240358E569D}"/>
          </ac:cxnSpMkLst>
        </pc:cxnChg>
        <pc:cxnChg chg="add mod">
          <ac:chgData name="Partha Das Chowdhury" userId="18abba20-c126-4283-960d-a4bdad88ce56" providerId="ADAL" clId="{873F8472-BB09-5EFA-A2E3-C64BFEEBCC31}" dt="2026-03-26T16:50:22.577" v="6349" actId="14100"/>
          <ac:cxnSpMkLst>
            <pc:docMk/>
            <pc:sldMk cId="515076856" sldId="364"/>
            <ac:cxnSpMk id="16" creationId="{97518709-E3D5-7780-430F-DFE04B7834C1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6:56:51.114" v="6693" actId="1076"/>
        <pc:sldMkLst>
          <pc:docMk/>
          <pc:sldMk cId="395018806" sldId="365"/>
        </pc:sldMkLst>
        <pc:spChg chg="add mod">
          <ac:chgData name="Partha Das Chowdhury" userId="18abba20-c126-4283-960d-a4bdad88ce56" providerId="ADAL" clId="{873F8472-BB09-5EFA-A2E3-C64BFEEBCC31}" dt="2026-03-26T16:56:51.114" v="6693" actId="1076"/>
          <ac:spMkLst>
            <pc:docMk/>
            <pc:sldMk cId="395018806" sldId="365"/>
            <ac:spMk id="16" creationId="{8615209D-4EE5-5B49-6A9E-D607026EC343}"/>
          </ac:spMkLst>
        </pc:spChg>
        <pc:spChg chg="mod">
          <ac:chgData name="Partha Das Chowdhury" userId="18abba20-c126-4283-960d-a4bdad88ce56" providerId="ADAL" clId="{873F8472-BB09-5EFA-A2E3-C64BFEEBCC31}" dt="2026-03-26T16:56:03.127" v="6678" actId="1076"/>
          <ac:spMkLst>
            <pc:docMk/>
            <pc:sldMk cId="395018806" sldId="365"/>
            <ac:spMk id="19" creationId="{0E27DF76-6ADF-A5D5-E49C-1918765BC3E1}"/>
          </ac:spMkLst>
        </pc:spChg>
        <pc:picChg chg="add mod">
          <ac:chgData name="Partha Das Chowdhury" userId="18abba20-c126-4283-960d-a4bdad88ce56" providerId="ADAL" clId="{873F8472-BB09-5EFA-A2E3-C64BFEEBCC31}" dt="2026-03-26T16:53:48.333" v="6495" actId="1076"/>
          <ac:picMkLst>
            <pc:docMk/>
            <pc:sldMk cId="395018806" sldId="365"/>
            <ac:picMk id="13" creationId="{B019EADA-B4B8-D2B3-7900-DABB4C31D8C0}"/>
          </ac:picMkLst>
        </pc:picChg>
        <pc:cxnChg chg="add mod">
          <ac:chgData name="Partha Das Chowdhury" userId="18abba20-c126-4283-960d-a4bdad88ce56" providerId="ADAL" clId="{873F8472-BB09-5EFA-A2E3-C64BFEEBCC31}" dt="2026-03-26T16:56:28.238" v="6681" actId="14100"/>
          <ac:cxnSpMkLst>
            <pc:docMk/>
            <pc:sldMk cId="395018806" sldId="365"/>
            <ac:cxnSpMk id="14" creationId="{101FC91E-B6CF-EB04-0632-7E406078EACE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2:11:12.697" v="2313" actId="14100"/>
        <pc:sldMkLst>
          <pc:docMk/>
          <pc:sldMk cId="1239498141" sldId="366"/>
        </pc:sldMkLst>
        <pc:spChg chg="mod">
          <ac:chgData name="Partha Das Chowdhury" userId="18abba20-c126-4283-960d-a4bdad88ce56" providerId="ADAL" clId="{873F8472-BB09-5EFA-A2E3-C64BFEEBCC31}" dt="2026-03-26T12:11:01.451" v="2308" actId="207"/>
          <ac:spMkLst>
            <pc:docMk/>
            <pc:sldMk cId="1239498141" sldId="366"/>
            <ac:spMk id="5" creationId="{D9D1A6E1-5BEC-C013-4397-306175B4CD52}"/>
          </ac:spMkLst>
        </pc:spChg>
        <pc:picChg chg="add mod">
          <ac:chgData name="Partha Das Chowdhury" userId="18abba20-c126-4283-960d-a4bdad88ce56" providerId="ADAL" clId="{873F8472-BB09-5EFA-A2E3-C64BFEEBCC31}" dt="2026-03-26T12:09:53.135" v="2168" actId="1076"/>
          <ac:picMkLst>
            <pc:docMk/>
            <pc:sldMk cId="1239498141" sldId="366"/>
            <ac:picMk id="7" creationId="{4C6292A0-3ACA-FFBA-14BE-2AEAC3ADD24E}"/>
          </ac:picMkLst>
        </pc:picChg>
        <pc:cxnChg chg="add mod">
          <ac:chgData name="Partha Das Chowdhury" userId="18abba20-c126-4283-960d-a4bdad88ce56" providerId="ADAL" clId="{873F8472-BB09-5EFA-A2E3-C64BFEEBCC31}" dt="2026-03-26T12:11:12.697" v="2313" actId="14100"/>
          <ac:cxnSpMkLst>
            <pc:docMk/>
            <pc:sldMk cId="1239498141" sldId="366"/>
            <ac:cxnSpMk id="8" creationId="{3D49E7EE-A31B-CA92-0C36-63A3DA747450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2:18:13.443" v="2542" actId="20577"/>
        <pc:sldMkLst>
          <pc:docMk/>
          <pc:sldMk cId="4084427795" sldId="367"/>
        </pc:sldMkLst>
        <pc:spChg chg="mod">
          <ac:chgData name="Partha Das Chowdhury" userId="18abba20-c126-4283-960d-a4bdad88ce56" providerId="ADAL" clId="{873F8472-BB09-5EFA-A2E3-C64BFEEBCC31}" dt="2026-03-26T12:18:13.443" v="2542" actId="20577"/>
          <ac:spMkLst>
            <pc:docMk/>
            <pc:sldMk cId="4084427795" sldId="367"/>
            <ac:spMk id="5" creationId="{AD5F8E25-CA80-4683-8751-30BE751DA056}"/>
          </ac:spMkLst>
        </pc:spChg>
        <pc:picChg chg="add mod">
          <ac:chgData name="Partha Das Chowdhury" userId="18abba20-c126-4283-960d-a4bdad88ce56" providerId="ADAL" clId="{873F8472-BB09-5EFA-A2E3-C64BFEEBCC31}" dt="2026-03-26T12:13:25.886" v="2322" actId="14100"/>
          <ac:picMkLst>
            <pc:docMk/>
            <pc:sldMk cId="4084427795" sldId="367"/>
            <ac:picMk id="4" creationId="{FEC8C870-3F7F-82B3-99B6-98C0F34B3A28}"/>
          </ac:picMkLst>
        </pc:picChg>
        <pc:cxnChg chg="add mod">
          <ac:chgData name="Partha Das Chowdhury" userId="18abba20-c126-4283-960d-a4bdad88ce56" providerId="ADAL" clId="{873F8472-BB09-5EFA-A2E3-C64BFEEBCC31}" dt="2026-03-26T12:13:35.927" v="2325"/>
          <ac:cxnSpMkLst>
            <pc:docMk/>
            <pc:sldMk cId="4084427795" sldId="367"/>
            <ac:cxnSpMk id="9" creationId="{EF694784-2EDD-061A-7C45-E8854E060F82}"/>
          </ac:cxnSpMkLst>
        </pc:cxnChg>
      </pc:sldChg>
      <pc:sldChg chg="addSp delSp modSp add mod ord">
        <pc:chgData name="Partha Das Chowdhury" userId="18abba20-c126-4283-960d-a4bdad88ce56" providerId="ADAL" clId="{873F8472-BB09-5EFA-A2E3-C64BFEEBCC31}" dt="2026-03-26T16:16:39.200" v="5729" actId="20577"/>
        <pc:sldMkLst>
          <pc:docMk/>
          <pc:sldMk cId="1064150533" sldId="368"/>
        </pc:sldMkLst>
        <pc:spChg chg="mod">
          <ac:chgData name="Partha Das Chowdhury" userId="18abba20-c126-4283-960d-a4bdad88ce56" providerId="ADAL" clId="{873F8472-BB09-5EFA-A2E3-C64BFEEBCC31}" dt="2026-03-26T16:16:39.200" v="5729" actId="20577"/>
          <ac:spMkLst>
            <pc:docMk/>
            <pc:sldMk cId="1064150533" sldId="368"/>
            <ac:spMk id="5" creationId="{E69F7628-4314-9712-5814-5B2C4B7CCB3F}"/>
          </ac:spMkLst>
        </pc:spChg>
        <pc:picChg chg="add mod">
          <ac:chgData name="Partha Das Chowdhury" userId="18abba20-c126-4283-960d-a4bdad88ce56" providerId="ADAL" clId="{873F8472-BB09-5EFA-A2E3-C64BFEEBCC31}" dt="2026-03-26T16:13:16.783" v="5596" actId="1076"/>
          <ac:picMkLst>
            <pc:docMk/>
            <pc:sldMk cId="1064150533" sldId="368"/>
            <ac:picMk id="13" creationId="{03A6C718-7D5B-C850-5C37-F17A8DC46EBF}"/>
          </ac:picMkLst>
        </pc:picChg>
        <pc:cxnChg chg="add mod">
          <ac:chgData name="Partha Das Chowdhury" userId="18abba20-c126-4283-960d-a4bdad88ce56" providerId="ADAL" clId="{873F8472-BB09-5EFA-A2E3-C64BFEEBCC31}" dt="2026-03-26T16:13:26.759" v="5599" actId="14100"/>
          <ac:cxnSpMkLst>
            <pc:docMk/>
            <pc:sldMk cId="1064150533" sldId="368"/>
            <ac:cxnSpMk id="14" creationId="{141F275F-8DF5-D34B-840D-D8F7A8BDB7D6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6:21:38.758" v="5870" actId="21"/>
        <pc:sldMkLst>
          <pc:docMk/>
          <pc:sldMk cId="15306341" sldId="369"/>
        </pc:sldMkLst>
        <pc:spChg chg="mod">
          <ac:chgData name="Partha Das Chowdhury" userId="18abba20-c126-4283-960d-a4bdad88ce56" providerId="ADAL" clId="{873F8472-BB09-5EFA-A2E3-C64BFEEBCC31}" dt="2026-03-26T16:20:49.494" v="5867" actId="20577"/>
          <ac:spMkLst>
            <pc:docMk/>
            <pc:sldMk cId="15306341" sldId="369"/>
            <ac:spMk id="5" creationId="{26840DEA-28A7-89DD-F2C7-E2043330856C}"/>
          </ac:spMkLst>
        </pc:spChg>
        <pc:picChg chg="add mod">
          <ac:chgData name="Partha Das Chowdhury" userId="18abba20-c126-4283-960d-a4bdad88ce56" providerId="ADAL" clId="{873F8472-BB09-5EFA-A2E3-C64BFEEBCC31}" dt="2026-03-26T16:18:57.527" v="5733" actId="1076"/>
          <ac:picMkLst>
            <pc:docMk/>
            <pc:sldMk cId="15306341" sldId="369"/>
            <ac:picMk id="13" creationId="{03A8C712-7809-E9C3-E08C-8DC19A8F9AEA}"/>
          </ac:picMkLst>
        </pc:picChg>
        <pc:cxnChg chg="add mod">
          <ac:chgData name="Partha Das Chowdhury" userId="18abba20-c126-4283-960d-a4bdad88ce56" providerId="ADAL" clId="{873F8472-BB09-5EFA-A2E3-C64BFEEBCC31}" dt="2026-03-26T16:19:05.928" v="5736" actId="14100"/>
          <ac:cxnSpMkLst>
            <pc:docMk/>
            <pc:sldMk cId="15306341" sldId="369"/>
            <ac:cxnSpMk id="14" creationId="{41BB2D60-E83D-F128-29C5-5F7EFF2D5269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6:23:50.845" v="6017" actId="20577"/>
        <pc:sldMkLst>
          <pc:docMk/>
          <pc:sldMk cId="3361909957" sldId="370"/>
        </pc:sldMkLst>
        <pc:spChg chg="mod">
          <ac:chgData name="Partha Das Chowdhury" userId="18abba20-c126-4283-960d-a4bdad88ce56" providerId="ADAL" clId="{873F8472-BB09-5EFA-A2E3-C64BFEEBCC31}" dt="2026-03-26T16:23:50.845" v="6017" actId="20577"/>
          <ac:spMkLst>
            <pc:docMk/>
            <pc:sldMk cId="3361909957" sldId="370"/>
            <ac:spMk id="5" creationId="{6B385998-9E97-6D37-AC6E-36C263E501EA}"/>
          </ac:spMkLst>
        </pc:spChg>
        <pc:picChg chg="add mod">
          <ac:chgData name="Partha Das Chowdhury" userId="18abba20-c126-4283-960d-a4bdad88ce56" providerId="ADAL" clId="{873F8472-BB09-5EFA-A2E3-C64BFEEBCC31}" dt="2026-03-26T16:21:48.094" v="5873" actId="1076"/>
          <ac:picMkLst>
            <pc:docMk/>
            <pc:sldMk cId="3361909957" sldId="370"/>
            <ac:picMk id="16" creationId="{0B640BFF-B60D-29BD-64E3-957D6B958D38}"/>
          </ac:picMkLst>
        </pc:picChg>
        <pc:cxnChg chg="add mod">
          <ac:chgData name="Partha Das Chowdhury" userId="18abba20-c126-4283-960d-a4bdad88ce56" providerId="ADAL" clId="{873F8472-BB09-5EFA-A2E3-C64BFEEBCC31}" dt="2026-03-26T16:22:06.555" v="5876"/>
          <ac:cxnSpMkLst>
            <pc:docMk/>
            <pc:sldMk cId="3361909957" sldId="370"/>
            <ac:cxnSpMk id="18" creationId="{6C303BCE-B9C0-5DD7-7E48-D116B9F564FA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6:25:12.686" v="6091" actId="5793"/>
        <pc:sldMkLst>
          <pc:docMk/>
          <pc:sldMk cId="1452335055" sldId="371"/>
        </pc:sldMkLst>
        <pc:spChg chg="mod">
          <ac:chgData name="Partha Das Chowdhury" userId="18abba20-c126-4283-960d-a4bdad88ce56" providerId="ADAL" clId="{873F8472-BB09-5EFA-A2E3-C64BFEEBCC31}" dt="2026-03-26T16:25:12.686" v="6091" actId="5793"/>
          <ac:spMkLst>
            <pc:docMk/>
            <pc:sldMk cId="1452335055" sldId="371"/>
            <ac:spMk id="5" creationId="{D4261D7C-6CD7-960F-3084-881B4BFEC394}"/>
          </ac:spMkLst>
        </pc:spChg>
        <pc:picChg chg="add mod">
          <ac:chgData name="Partha Das Chowdhury" userId="18abba20-c126-4283-960d-a4bdad88ce56" providerId="ADAL" clId="{873F8472-BB09-5EFA-A2E3-C64BFEEBCC31}" dt="2026-03-26T16:24:27.772" v="6021" actId="1076"/>
          <ac:picMkLst>
            <pc:docMk/>
            <pc:sldMk cId="1452335055" sldId="371"/>
            <ac:picMk id="9" creationId="{152B4FCB-3AE4-1B5E-7C0A-3AFB69AB2C37}"/>
          </ac:picMkLst>
        </pc:picChg>
        <pc:cxnChg chg="add mod">
          <ac:chgData name="Partha Das Chowdhury" userId="18abba20-c126-4283-960d-a4bdad88ce56" providerId="ADAL" clId="{873F8472-BB09-5EFA-A2E3-C64BFEEBCC31}" dt="2026-03-26T16:24:30.936" v="6023"/>
          <ac:cxnSpMkLst>
            <pc:docMk/>
            <pc:sldMk cId="1452335055" sldId="371"/>
            <ac:cxnSpMk id="12" creationId="{1429E12C-3E1B-9BCE-00D1-E1D8A0AA1B58}"/>
          </ac:cxnSpMkLst>
        </pc:cxnChg>
      </pc:sldChg>
      <pc:sldChg chg="modSp add mod">
        <pc:chgData name="Partha Das Chowdhury" userId="18abba20-c126-4283-960d-a4bdad88ce56" providerId="ADAL" clId="{873F8472-BB09-5EFA-A2E3-C64BFEEBCC31}" dt="2026-03-26T16:28:36.018" v="6092" actId="20577"/>
        <pc:sldMkLst>
          <pc:docMk/>
          <pc:sldMk cId="4197961018" sldId="372"/>
        </pc:sldMkLst>
        <pc:spChg chg="mod">
          <ac:chgData name="Partha Das Chowdhury" userId="18abba20-c126-4283-960d-a4bdad88ce56" providerId="ADAL" clId="{873F8472-BB09-5EFA-A2E3-C64BFEEBCC31}" dt="2026-03-26T16:28:36.018" v="6092" actId="20577"/>
          <ac:spMkLst>
            <pc:docMk/>
            <pc:sldMk cId="4197961018" sldId="372"/>
            <ac:spMk id="7" creationId="{8FDFBFE4-D43B-FDA4-2869-81C3D96A0708}"/>
          </ac:spMkLst>
        </pc:spChg>
      </pc:sldChg>
      <pc:sldChg chg="modSp add mod">
        <pc:chgData name="Partha Das Chowdhury" userId="18abba20-c126-4283-960d-a4bdad88ce56" providerId="ADAL" clId="{873F8472-BB09-5EFA-A2E3-C64BFEEBCC31}" dt="2026-03-26T16:28:42.781" v="6093" actId="20577"/>
        <pc:sldMkLst>
          <pc:docMk/>
          <pc:sldMk cId="587873436" sldId="373"/>
        </pc:sldMkLst>
        <pc:spChg chg="mod">
          <ac:chgData name="Partha Das Chowdhury" userId="18abba20-c126-4283-960d-a4bdad88ce56" providerId="ADAL" clId="{873F8472-BB09-5EFA-A2E3-C64BFEEBCC31}" dt="2026-03-26T16:28:42.781" v="6093" actId="20577"/>
          <ac:spMkLst>
            <pc:docMk/>
            <pc:sldMk cId="587873436" sldId="373"/>
            <ac:spMk id="7" creationId="{89E1425A-1177-E81A-0AD1-06558D7DF472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2:36:40.761" v="3235" actId="1076"/>
        <pc:sldMkLst>
          <pc:docMk/>
          <pc:sldMk cId="418925077" sldId="374"/>
        </pc:sldMkLst>
        <pc:spChg chg="mod">
          <ac:chgData name="Partha Das Chowdhury" userId="18abba20-c126-4283-960d-a4bdad88ce56" providerId="ADAL" clId="{873F8472-BB09-5EFA-A2E3-C64BFEEBCC31}" dt="2026-03-26T12:36:40.761" v="3235" actId="1076"/>
          <ac:spMkLst>
            <pc:docMk/>
            <pc:sldMk cId="418925077" sldId="374"/>
            <ac:spMk id="5" creationId="{D89CED38-E436-1480-C031-B970CBE5BD06}"/>
          </ac:spMkLst>
        </pc:spChg>
        <pc:picChg chg="add mod">
          <ac:chgData name="Partha Das Chowdhury" userId="18abba20-c126-4283-960d-a4bdad88ce56" providerId="ADAL" clId="{873F8472-BB09-5EFA-A2E3-C64BFEEBCC31}" dt="2026-03-26T12:34:11.253" v="3024" actId="1076"/>
          <ac:picMkLst>
            <pc:docMk/>
            <pc:sldMk cId="418925077" sldId="374"/>
            <ac:picMk id="7" creationId="{DE97AFAC-121F-A331-B727-1B3DBD1DE856}"/>
          </ac:picMkLst>
        </pc:picChg>
        <pc:cxnChg chg="add mod">
          <ac:chgData name="Partha Das Chowdhury" userId="18abba20-c126-4283-960d-a4bdad88ce56" providerId="ADAL" clId="{873F8472-BB09-5EFA-A2E3-C64BFEEBCC31}" dt="2026-03-26T12:36:38.637" v="3234" actId="14100"/>
          <ac:cxnSpMkLst>
            <pc:docMk/>
            <pc:sldMk cId="418925077" sldId="374"/>
            <ac:cxnSpMk id="8" creationId="{205FBD15-448F-8C87-3937-2AD57B10DDC7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2:39:04.214" v="3361" actId="20577"/>
        <pc:sldMkLst>
          <pc:docMk/>
          <pc:sldMk cId="1091659412" sldId="375"/>
        </pc:sldMkLst>
        <pc:spChg chg="mod">
          <ac:chgData name="Partha Das Chowdhury" userId="18abba20-c126-4283-960d-a4bdad88ce56" providerId="ADAL" clId="{873F8472-BB09-5EFA-A2E3-C64BFEEBCC31}" dt="2026-03-26T12:39:04.214" v="3361" actId="20577"/>
          <ac:spMkLst>
            <pc:docMk/>
            <pc:sldMk cId="1091659412" sldId="375"/>
            <ac:spMk id="5" creationId="{4488806E-87D8-313E-1D43-963677F00846}"/>
          </ac:spMkLst>
        </pc:spChg>
        <pc:picChg chg="add mod">
          <ac:chgData name="Partha Das Chowdhury" userId="18abba20-c126-4283-960d-a4bdad88ce56" providerId="ADAL" clId="{873F8472-BB09-5EFA-A2E3-C64BFEEBCC31}" dt="2026-03-26T12:37:31.666" v="3242" actId="14100"/>
          <ac:picMkLst>
            <pc:docMk/>
            <pc:sldMk cId="1091659412" sldId="375"/>
            <ac:picMk id="4" creationId="{4375A9F1-4531-0FB3-6145-18EA3C10A9C1}"/>
          </ac:picMkLst>
        </pc:picChg>
        <pc:cxnChg chg="add mod">
          <ac:chgData name="Partha Das Chowdhury" userId="18abba20-c126-4283-960d-a4bdad88ce56" providerId="ADAL" clId="{873F8472-BB09-5EFA-A2E3-C64BFEEBCC31}" dt="2026-03-26T12:37:38.932" v="3244" actId="1076"/>
          <ac:cxnSpMkLst>
            <pc:docMk/>
            <pc:sldMk cId="1091659412" sldId="375"/>
            <ac:cxnSpMk id="6" creationId="{646D6899-CD97-99B7-C765-222803DB9D06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2:41:45.196" v="3493" actId="20577"/>
        <pc:sldMkLst>
          <pc:docMk/>
          <pc:sldMk cId="783242972" sldId="376"/>
        </pc:sldMkLst>
        <pc:spChg chg="mod">
          <ac:chgData name="Partha Das Chowdhury" userId="18abba20-c126-4283-960d-a4bdad88ce56" providerId="ADAL" clId="{873F8472-BB09-5EFA-A2E3-C64BFEEBCC31}" dt="2026-03-26T12:41:45.196" v="3493" actId="20577"/>
          <ac:spMkLst>
            <pc:docMk/>
            <pc:sldMk cId="783242972" sldId="376"/>
            <ac:spMk id="5" creationId="{683F17EB-619C-9282-A795-B8A3E12CE2DA}"/>
          </ac:spMkLst>
        </pc:spChg>
        <pc:picChg chg="add mod">
          <ac:chgData name="Partha Das Chowdhury" userId="18abba20-c126-4283-960d-a4bdad88ce56" providerId="ADAL" clId="{873F8472-BB09-5EFA-A2E3-C64BFEEBCC31}" dt="2026-03-26T12:40:12.794" v="3370" actId="14100"/>
          <ac:picMkLst>
            <pc:docMk/>
            <pc:sldMk cId="783242972" sldId="376"/>
            <ac:picMk id="7" creationId="{3F290C91-F948-8D92-7D47-F220BE94D556}"/>
          </ac:picMkLst>
        </pc:picChg>
        <pc:cxnChg chg="add mod">
          <ac:chgData name="Partha Das Chowdhury" userId="18abba20-c126-4283-960d-a4bdad88ce56" providerId="ADAL" clId="{873F8472-BB09-5EFA-A2E3-C64BFEEBCC31}" dt="2026-03-26T12:40:18.357" v="3372" actId="14100"/>
          <ac:cxnSpMkLst>
            <pc:docMk/>
            <pc:sldMk cId="783242972" sldId="376"/>
            <ac:cxnSpMk id="8" creationId="{AA828034-C237-6A5E-FA0D-F67CDCEF9CF5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2:42:41.130" v="3560" actId="20577"/>
        <pc:sldMkLst>
          <pc:docMk/>
          <pc:sldMk cId="3297245873" sldId="377"/>
        </pc:sldMkLst>
        <pc:spChg chg="mod">
          <ac:chgData name="Partha Das Chowdhury" userId="18abba20-c126-4283-960d-a4bdad88ce56" providerId="ADAL" clId="{873F8472-BB09-5EFA-A2E3-C64BFEEBCC31}" dt="2026-03-26T12:42:41.130" v="3560" actId="20577"/>
          <ac:spMkLst>
            <pc:docMk/>
            <pc:sldMk cId="3297245873" sldId="377"/>
            <ac:spMk id="5" creationId="{4D916A42-E2CC-1B75-7F90-82215FFF4DC6}"/>
          </ac:spMkLst>
        </pc:spChg>
        <pc:picChg chg="add mod">
          <ac:chgData name="Partha Das Chowdhury" userId="18abba20-c126-4283-960d-a4bdad88ce56" providerId="ADAL" clId="{873F8472-BB09-5EFA-A2E3-C64BFEEBCC31}" dt="2026-03-26T12:42:19.990" v="3496" actId="1076"/>
          <ac:picMkLst>
            <pc:docMk/>
            <pc:sldMk cId="3297245873" sldId="377"/>
            <ac:picMk id="7" creationId="{C4858BA8-E658-D419-A0AD-3DA1D4BB1848}"/>
          </ac:picMkLst>
        </pc:picChg>
        <pc:cxnChg chg="add mod">
          <ac:chgData name="Partha Das Chowdhury" userId="18abba20-c126-4283-960d-a4bdad88ce56" providerId="ADAL" clId="{873F8472-BB09-5EFA-A2E3-C64BFEEBCC31}" dt="2026-03-26T12:42:26.203" v="3499" actId="14100"/>
          <ac:cxnSpMkLst>
            <pc:docMk/>
            <pc:sldMk cId="3297245873" sldId="377"/>
            <ac:cxnSpMk id="8" creationId="{1B53C060-EA53-6B54-C71E-3E0235DDD5A7}"/>
          </ac:cxnSpMkLst>
        </pc:cxnChg>
      </pc:sldChg>
      <pc:sldChg chg="addSp delSp modSp add mod">
        <pc:chgData name="Partha Das Chowdhury" userId="18abba20-c126-4283-960d-a4bdad88ce56" providerId="ADAL" clId="{873F8472-BB09-5EFA-A2E3-C64BFEEBCC31}" dt="2026-03-26T15:10:54.303" v="3758" actId="120"/>
        <pc:sldMkLst>
          <pc:docMk/>
          <pc:sldMk cId="1034026804" sldId="378"/>
        </pc:sldMkLst>
        <pc:spChg chg="add mod">
          <ac:chgData name="Partha Das Chowdhury" userId="18abba20-c126-4283-960d-a4bdad88ce56" providerId="ADAL" clId="{873F8472-BB09-5EFA-A2E3-C64BFEEBCC31}" dt="2026-03-26T15:10:54.303" v="3758" actId="120"/>
          <ac:spMkLst>
            <pc:docMk/>
            <pc:sldMk cId="1034026804" sldId="378"/>
            <ac:spMk id="12" creationId="{E11CE561-F59A-67E7-04D5-FBDAD407AF12}"/>
          </ac:spMkLst>
        </pc:spChg>
        <pc:picChg chg="add mod">
          <ac:chgData name="Partha Das Chowdhury" userId="18abba20-c126-4283-960d-a4bdad88ce56" providerId="ADAL" clId="{873F8472-BB09-5EFA-A2E3-C64BFEEBCC31}" dt="2026-03-26T15:06:03.258" v="3668" actId="1076"/>
          <ac:picMkLst>
            <pc:docMk/>
            <pc:sldMk cId="1034026804" sldId="378"/>
            <ac:picMk id="5" creationId="{00B86D7D-294A-72D0-9080-F7E0DA842FE6}"/>
          </ac:picMkLst>
        </pc:picChg>
        <pc:cxnChg chg="add mod">
          <ac:chgData name="Partha Das Chowdhury" userId="18abba20-c126-4283-960d-a4bdad88ce56" providerId="ADAL" clId="{873F8472-BB09-5EFA-A2E3-C64BFEEBCC31}" dt="2026-03-26T15:06:16.712" v="3672" actId="14100"/>
          <ac:cxnSpMkLst>
            <pc:docMk/>
            <pc:sldMk cId="1034026804" sldId="378"/>
            <ac:cxnSpMk id="6" creationId="{27E4F681-01A8-8A06-2B12-22001B29DECC}"/>
          </ac:cxnSpMkLst>
        </pc:cxnChg>
      </pc:sldChg>
      <pc:sldChg chg="delSp modSp add mod">
        <pc:chgData name="Partha Das Chowdhury" userId="18abba20-c126-4283-960d-a4bdad88ce56" providerId="ADAL" clId="{873F8472-BB09-5EFA-A2E3-C64BFEEBCC31}" dt="2026-03-26T15:16:21.816" v="3872" actId="1076"/>
        <pc:sldMkLst>
          <pc:docMk/>
          <pc:sldMk cId="1578789678" sldId="379"/>
        </pc:sldMkLst>
        <pc:spChg chg="mod">
          <ac:chgData name="Partha Das Chowdhury" userId="18abba20-c126-4283-960d-a4bdad88ce56" providerId="ADAL" clId="{873F8472-BB09-5EFA-A2E3-C64BFEEBCC31}" dt="2026-03-26T15:16:21.816" v="3872" actId="1076"/>
          <ac:spMkLst>
            <pc:docMk/>
            <pc:sldMk cId="1578789678" sldId="379"/>
            <ac:spMk id="12" creationId="{36B76674-2CB3-4445-8718-59B266F6B9C5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5:19:18.479" v="3999" actId="20577"/>
        <pc:sldMkLst>
          <pc:docMk/>
          <pc:sldMk cId="3271432413" sldId="380"/>
        </pc:sldMkLst>
        <pc:spChg chg="add mod">
          <ac:chgData name="Partha Das Chowdhury" userId="18abba20-c126-4283-960d-a4bdad88ce56" providerId="ADAL" clId="{873F8472-BB09-5EFA-A2E3-C64BFEEBCC31}" dt="2026-03-26T15:19:18.479" v="3999" actId="20577"/>
          <ac:spMkLst>
            <pc:docMk/>
            <pc:sldMk cId="3271432413" sldId="380"/>
            <ac:spMk id="6" creationId="{855F1E00-552E-7624-C363-3BD14C0641E5}"/>
          </ac:spMkLst>
        </pc:spChg>
        <pc:picChg chg="add mod">
          <ac:chgData name="Partha Das Chowdhury" userId="18abba20-c126-4283-960d-a4bdad88ce56" providerId="ADAL" clId="{873F8472-BB09-5EFA-A2E3-C64BFEEBCC31}" dt="2026-03-26T15:17:28.375" v="3879" actId="14100"/>
          <ac:picMkLst>
            <pc:docMk/>
            <pc:sldMk cId="3271432413" sldId="380"/>
            <ac:picMk id="4" creationId="{A413D8C1-58D3-F712-C8F2-DB24CA86EE31}"/>
          </ac:picMkLst>
        </pc:picChg>
        <pc:cxnChg chg="add mod">
          <ac:chgData name="Partha Das Chowdhury" userId="18abba20-c126-4283-960d-a4bdad88ce56" providerId="ADAL" clId="{873F8472-BB09-5EFA-A2E3-C64BFEEBCC31}" dt="2026-03-26T15:18:11.716" v="3881" actId="1076"/>
          <ac:cxnSpMkLst>
            <pc:docMk/>
            <pc:sldMk cId="3271432413" sldId="380"/>
            <ac:cxnSpMk id="5" creationId="{0D7E893A-2E42-A54D-A87A-B83278036040}"/>
          </ac:cxnSpMkLst>
        </pc:cxnChg>
      </pc:sldChg>
      <pc:sldChg chg="modSp add mod">
        <pc:chgData name="Partha Das Chowdhury" userId="18abba20-c126-4283-960d-a4bdad88ce56" providerId="ADAL" clId="{873F8472-BB09-5EFA-A2E3-C64BFEEBCC31}" dt="2026-03-26T15:21:06.994" v="4106" actId="20577"/>
        <pc:sldMkLst>
          <pc:docMk/>
          <pc:sldMk cId="2836064031" sldId="381"/>
        </pc:sldMkLst>
        <pc:spChg chg="mod">
          <ac:chgData name="Partha Das Chowdhury" userId="18abba20-c126-4283-960d-a4bdad88ce56" providerId="ADAL" clId="{873F8472-BB09-5EFA-A2E3-C64BFEEBCC31}" dt="2026-03-26T15:21:06.994" v="4106" actId="20577"/>
          <ac:spMkLst>
            <pc:docMk/>
            <pc:sldMk cId="2836064031" sldId="381"/>
            <ac:spMk id="6" creationId="{9428AD9E-194E-9695-4287-C779E572E1ED}"/>
          </ac:spMkLst>
        </pc:spChg>
        <pc:cxnChg chg="mod">
          <ac:chgData name="Partha Das Chowdhury" userId="18abba20-c126-4283-960d-a4bdad88ce56" providerId="ADAL" clId="{873F8472-BB09-5EFA-A2E3-C64BFEEBCC31}" dt="2026-03-26T15:20:09.495" v="4001" actId="14100"/>
          <ac:cxnSpMkLst>
            <pc:docMk/>
            <pc:sldMk cId="2836064031" sldId="381"/>
            <ac:cxnSpMk id="5" creationId="{4304B3A3-E571-1DB1-4910-7D0682312E74}"/>
          </ac:cxnSpMkLst>
        </pc:cxnChg>
      </pc:sldChg>
      <pc:sldChg chg="modSp add mod">
        <pc:chgData name="Partha Das Chowdhury" userId="18abba20-c126-4283-960d-a4bdad88ce56" providerId="ADAL" clId="{873F8472-BB09-5EFA-A2E3-C64BFEEBCC31}" dt="2026-03-26T15:23:24.064" v="4219" actId="14100"/>
        <pc:sldMkLst>
          <pc:docMk/>
          <pc:sldMk cId="941546589" sldId="382"/>
        </pc:sldMkLst>
        <pc:spChg chg="mod">
          <ac:chgData name="Partha Das Chowdhury" userId="18abba20-c126-4283-960d-a4bdad88ce56" providerId="ADAL" clId="{873F8472-BB09-5EFA-A2E3-C64BFEEBCC31}" dt="2026-03-26T15:23:17.139" v="4218" actId="20577"/>
          <ac:spMkLst>
            <pc:docMk/>
            <pc:sldMk cId="941546589" sldId="382"/>
            <ac:spMk id="6" creationId="{FCE24DA3-8078-1DBB-168F-D8D603724B1B}"/>
          </ac:spMkLst>
        </pc:spChg>
        <pc:cxnChg chg="mod">
          <ac:chgData name="Partha Das Chowdhury" userId="18abba20-c126-4283-960d-a4bdad88ce56" providerId="ADAL" clId="{873F8472-BB09-5EFA-A2E3-C64BFEEBCC31}" dt="2026-03-26T15:23:24.064" v="4219" actId="14100"/>
          <ac:cxnSpMkLst>
            <pc:docMk/>
            <pc:sldMk cId="941546589" sldId="382"/>
            <ac:cxnSpMk id="5" creationId="{CC051408-8DF6-0DAA-FE4B-7B707AD71F16}"/>
          </ac:cxnSpMkLst>
        </pc:cxnChg>
      </pc:sldChg>
      <pc:sldChg chg="addSp modSp add mod">
        <pc:chgData name="Partha Das Chowdhury" userId="18abba20-c126-4283-960d-a4bdad88ce56" providerId="ADAL" clId="{873F8472-BB09-5EFA-A2E3-C64BFEEBCC31}" dt="2026-03-26T15:25:39.395" v="4419" actId="14100"/>
        <pc:sldMkLst>
          <pc:docMk/>
          <pc:sldMk cId="2867495811" sldId="383"/>
        </pc:sldMkLst>
        <pc:spChg chg="mod">
          <ac:chgData name="Partha Das Chowdhury" userId="18abba20-c126-4283-960d-a4bdad88ce56" providerId="ADAL" clId="{873F8472-BB09-5EFA-A2E3-C64BFEEBCC31}" dt="2026-03-26T15:25:05.529" v="4377" actId="1076"/>
          <ac:spMkLst>
            <pc:docMk/>
            <pc:sldMk cId="2867495811" sldId="383"/>
            <ac:spMk id="6" creationId="{3F664144-77BD-1E11-9651-6031281F70A3}"/>
          </ac:spMkLst>
        </pc:spChg>
        <pc:spChg chg="add mod">
          <ac:chgData name="Partha Das Chowdhury" userId="18abba20-c126-4283-960d-a4bdad88ce56" providerId="ADAL" clId="{873F8472-BB09-5EFA-A2E3-C64BFEEBCC31}" dt="2026-03-26T15:25:39.395" v="4419" actId="14100"/>
          <ac:spMkLst>
            <pc:docMk/>
            <pc:sldMk cId="2867495811" sldId="383"/>
            <ac:spMk id="8" creationId="{0AC0CFC6-A147-C2E5-F907-82BA74F55D4F}"/>
          </ac:spMkLst>
        </pc:spChg>
        <pc:cxnChg chg="mod">
          <ac:chgData name="Partha Das Chowdhury" userId="18abba20-c126-4283-960d-a4bdad88ce56" providerId="ADAL" clId="{873F8472-BB09-5EFA-A2E3-C64BFEEBCC31}" dt="2026-03-26T15:23:55.910" v="4223" actId="1076"/>
          <ac:cxnSpMkLst>
            <pc:docMk/>
            <pc:sldMk cId="2867495811" sldId="383"/>
            <ac:cxnSpMk id="5" creationId="{44B20121-49AE-D98E-9B4E-7915886A82E7}"/>
          </ac:cxnSpMkLst>
        </pc:cxnChg>
      </pc:sldChg>
      <pc:sldChg chg="modSp add mod">
        <pc:chgData name="Partha Das Chowdhury" userId="18abba20-c126-4283-960d-a4bdad88ce56" providerId="ADAL" clId="{873F8472-BB09-5EFA-A2E3-C64BFEEBCC31}" dt="2026-03-26T15:52:50.624" v="4738" actId="20577"/>
        <pc:sldMkLst>
          <pc:docMk/>
          <pc:sldMk cId="2886574353" sldId="384"/>
        </pc:sldMkLst>
        <pc:spChg chg="mod">
          <ac:chgData name="Partha Das Chowdhury" userId="18abba20-c126-4283-960d-a4bdad88ce56" providerId="ADAL" clId="{873F8472-BB09-5EFA-A2E3-C64BFEEBCC31}" dt="2026-03-26T15:52:50.624" v="4738" actId="20577"/>
          <ac:spMkLst>
            <pc:docMk/>
            <pc:sldMk cId="2886574353" sldId="384"/>
            <ac:spMk id="3" creationId="{1E2D9238-248D-E75B-E07F-6EA73670793B}"/>
          </ac:spMkLst>
        </pc:spChg>
        <pc:spChg chg="mod">
          <ac:chgData name="Partha Das Chowdhury" userId="18abba20-c126-4283-960d-a4bdad88ce56" providerId="ADAL" clId="{873F8472-BB09-5EFA-A2E3-C64BFEEBCC31}" dt="2026-03-26T15:52:39.876" v="4737" actId="6549"/>
          <ac:spMkLst>
            <pc:docMk/>
            <pc:sldMk cId="2886574353" sldId="384"/>
            <ac:spMk id="7" creationId="{C6AFC376-E8C8-138F-BC30-91DA45A9E1C8}"/>
          </ac:spMkLst>
        </pc:spChg>
      </pc:sldChg>
      <pc:sldChg chg="modSp add mod">
        <pc:chgData name="Partha Das Chowdhury" userId="18abba20-c126-4283-960d-a4bdad88ce56" providerId="ADAL" clId="{873F8472-BB09-5EFA-A2E3-C64BFEEBCC31}" dt="2026-03-26T16:07:21.718" v="5591" actId="14100"/>
        <pc:sldMkLst>
          <pc:docMk/>
          <pc:sldMk cId="3070071171" sldId="385"/>
        </pc:sldMkLst>
        <pc:spChg chg="mod">
          <ac:chgData name="Partha Das Chowdhury" userId="18abba20-c126-4283-960d-a4bdad88ce56" providerId="ADAL" clId="{873F8472-BB09-5EFA-A2E3-C64BFEEBCC31}" dt="2026-03-26T16:03:11.840" v="5589" actId="20577"/>
          <ac:spMkLst>
            <pc:docMk/>
            <pc:sldMk cId="3070071171" sldId="385"/>
            <ac:spMk id="3" creationId="{91308D50-2D87-B8BA-644B-ED629F2A375B}"/>
          </ac:spMkLst>
        </pc:spChg>
        <pc:spChg chg="mod">
          <ac:chgData name="Partha Das Chowdhury" userId="18abba20-c126-4283-960d-a4bdad88ce56" providerId="ADAL" clId="{873F8472-BB09-5EFA-A2E3-C64BFEEBCC31}" dt="2026-03-26T16:07:21.718" v="5591" actId="14100"/>
          <ac:spMkLst>
            <pc:docMk/>
            <pc:sldMk cId="3070071171" sldId="385"/>
            <ac:spMk id="7" creationId="{E0E17D54-9674-9999-2F19-89AF8815463F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6:49:07.187" v="6341" actId="1076"/>
        <pc:sldMkLst>
          <pc:docMk/>
          <pc:sldMk cId="1556497887" sldId="386"/>
        </pc:sldMkLst>
        <pc:spChg chg="mod">
          <ac:chgData name="Partha Das Chowdhury" userId="18abba20-c126-4283-960d-a4bdad88ce56" providerId="ADAL" clId="{873F8472-BB09-5EFA-A2E3-C64BFEEBCC31}" dt="2026-03-26T16:48:31.771" v="6312" actId="1076"/>
          <ac:spMkLst>
            <pc:docMk/>
            <pc:sldMk cId="1556497887" sldId="386"/>
            <ac:spMk id="5" creationId="{4ABEA3A5-8FDC-BCDE-B432-765929E22281}"/>
          </ac:spMkLst>
        </pc:spChg>
        <pc:spChg chg="mod">
          <ac:chgData name="Partha Das Chowdhury" userId="18abba20-c126-4283-960d-a4bdad88ce56" providerId="ADAL" clId="{873F8472-BB09-5EFA-A2E3-C64BFEEBCC31}" dt="2026-03-26T16:49:07.187" v="6341" actId="1076"/>
          <ac:spMkLst>
            <pc:docMk/>
            <pc:sldMk cId="1556497887" sldId="386"/>
            <ac:spMk id="19" creationId="{1D67870C-C923-F6B6-372B-F5FB44F2F3E4}"/>
          </ac:spMkLst>
        </pc:spChg>
        <pc:picChg chg="add mod">
          <ac:chgData name="Partha Das Chowdhury" userId="18abba20-c126-4283-960d-a4bdad88ce56" providerId="ADAL" clId="{873F8472-BB09-5EFA-A2E3-C64BFEEBCC31}" dt="2026-03-26T16:47:32.684" v="6260" actId="1076"/>
          <ac:picMkLst>
            <pc:docMk/>
            <pc:sldMk cId="1556497887" sldId="386"/>
            <ac:picMk id="9" creationId="{6FF339AE-183C-B9AF-2B6C-B44994A27317}"/>
          </ac:picMkLst>
        </pc:picChg>
        <pc:cxnChg chg="add mod">
          <ac:chgData name="Partha Das Chowdhury" userId="18abba20-c126-4283-960d-a4bdad88ce56" providerId="ADAL" clId="{873F8472-BB09-5EFA-A2E3-C64BFEEBCC31}" dt="2026-03-26T16:47:41.032" v="6264" actId="14100"/>
          <ac:cxnSpMkLst>
            <pc:docMk/>
            <pc:sldMk cId="1556497887" sldId="386"/>
            <ac:cxnSpMk id="12" creationId="{8AB80B46-B0D6-F5AF-A934-9F70301C30F7}"/>
          </ac:cxnSpMkLst>
        </pc:cxnChg>
        <pc:cxnChg chg="add mod">
          <ac:chgData name="Partha Das Chowdhury" userId="18abba20-c126-4283-960d-a4bdad88ce56" providerId="ADAL" clId="{873F8472-BB09-5EFA-A2E3-C64BFEEBCC31}" dt="2026-03-26T16:48:45.167" v="6317" actId="14100"/>
          <ac:cxnSpMkLst>
            <pc:docMk/>
            <pc:sldMk cId="1556497887" sldId="386"/>
            <ac:cxnSpMk id="14" creationId="{25800CA2-464D-CD57-F2F4-EF1A527DA2DF}"/>
          </ac:cxnSpMkLst>
        </pc:cxnChg>
      </pc:sldChg>
      <pc:sldChg chg="delSp modSp add mod">
        <pc:chgData name="Partha Das Chowdhury" userId="18abba20-c126-4283-960d-a4bdad88ce56" providerId="ADAL" clId="{873F8472-BB09-5EFA-A2E3-C64BFEEBCC31}" dt="2026-03-26T17:11:28.511" v="6995" actId="478"/>
        <pc:sldMkLst>
          <pc:docMk/>
          <pc:sldMk cId="1591106763" sldId="387"/>
        </pc:sldMkLst>
        <pc:spChg chg="mod">
          <ac:chgData name="Partha Das Chowdhury" userId="18abba20-c126-4283-960d-a4bdad88ce56" providerId="ADAL" clId="{873F8472-BB09-5EFA-A2E3-C64BFEEBCC31}" dt="2026-03-26T17:11:22.887" v="6994" actId="20577"/>
          <ac:spMkLst>
            <pc:docMk/>
            <pc:sldMk cId="1591106763" sldId="387"/>
            <ac:spMk id="6" creationId="{95886AE9-8A7F-897B-8505-F4ECEC86AF10}"/>
          </ac:spMkLst>
        </pc:spChg>
      </pc:sldChg>
      <pc:sldChg chg="addSp delSp modSp add mod">
        <pc:chgData name="Partha Das Chowdhury" userId="18abba20-c126-4283-960d-a4bdad88ce56" providerId="ADAL" clId="{873F8472-BB09-5EFA-A2E3-C64BFEEBCC31}" dt="2026-03-26T17:25:08.719" v="7033" actId="1076"/>
        <pc:sldMkLst>
          <pc:docMk/>
          <pc:sldMk cId="1467330899" sldId="388"/>
        </pc:sldMkLst>
        <pc:spChg chg="mod">
          <ac:chgData name="Partha Das Chowdhury" userId="18abba20-c126-4283-960d-a4bdad88ce56" providerId="ADAL" clId="{873F8472-BB09-5EFA-A2E3-C64BFEEBCC31}" dt="2026-03-26T17:25:08.719" v="7033" actId="1076"/>
          <ac:spMkLst>
            <pc:docMk/>
            <pc:sldMk cId="1467330899" sldId="388"/>
            <ac:spMk id="3" creationId="{C0112246-BC12-3482-529F-BCC2897E3BD8}"/>
          </ac:spMkLst>
        </pc:spChg>
        <pc:picChg chg="add mod">
          <ac:chgData name="Partha Das Chowdhury" userId="18abba20-c126-4283-960d-a4bdad88ce56" providerId="ADAL" clId="{873F8472-BB09-5EFA-A2E3-C64BFEEBCC31}" dt="2026-03-26T17:25:03.155" v="7031" actId="1076"/>
          <ac:picMkLst>
            <pc:docMk/>
            <pc:sldMk cId="1467330899" sldId="388"/>
            <ac:picMk id="7" creationId="{F568396F-6F9A-ADC5-D9DA-EC9B7F25A02B}"/>
          </ac:picMkLst>
        </pc:picChg>
        <pc:picChg chg="mod">
          <ac:chgData name="Partha Das Chowdhury" userId="18abba20-c126-4283-960d-a4bdad88ce56" providerId="ADAL" clId="{873F8472-BB09-5EFA-A2E3-C64BFEEBCC31}" dt="2026-03-26T17:25:05.838" v="7032" actId="1076"/>
          <ac:picMkLst>
            <pc:docMk/>
            <pc:sldMk cId="1467330899" sldId="388"/>
            <ac:picMk id="11" creationId="{F3668425-66BC-B04A-B100-931A3095CB7F}"/>
          </ac:picMkLst>
        </pc:picChg>
      </pc:sldChg>
      <pc:sldChg chg="addSp delSp modSp add mod">
        <pc:chgData name="Partha Das Chowdhury" userId="18abba20-c126-4283-960d-a4bdad88ce56" providerId="ADAL" clId="{873F8472-BB09-5EFA-A2E3-C64BFEEBCC31}" dt="2026-03-27T16:15:07.738" v="7455" actId="20577"/>
        <pc:sldMkLst>
          <pc:docMk/>
          <pc:sldMk cId="3128915061" sldId="389"/>
        </pc:sldMkLst>
        <pc:spChg chg="add mod">
          <ac:chgData name="Partha Das Chowdhury" userId="18abba20-c126-4283-960d-a4bdad88ce56" providerId="ADAL" clId="{873F8472-BB09-5EFA-A2E3-C64BFEEBCC31}" dt="2026-03-27T16:15:07.738" v="7455" actId="20577"/>
          <ac:spMkLst>
            <pc:docMk/>
            <pc:sldMk cId="3128915061" sldId="389"/>
            <ac:spMk id="2" creationId="{F66CC2A1-8715-2D2E-648A-267C77261854}"/>
          </ac:spMkLst>
        </pc:spChg>
        <pc:spChg chg="mod">
          <ac:chgData name="Partha Das Chowdhury" userId="18abba20-c126-4283-960d-a4bdad88ce56" providerId="ADAL" clId="{873F8472-BB09-5EFA-A2E3-C64BFEEBCC31}" dt="2026-03-27T16:10:23.232" v="7074" actId="1076"/>
          <ac:spMkLst>
            <pc:docMk/>
            <pc:sldMk cId="3128915061" sldId="389"/>
            <ac:spMk id="3" creationId="{50B43ED8-9AF2-1040-1D72-5696DF1F5A4D}"/>
          </ac:spMkLst>
        </pc:spChg>
      </pc:sldChg>
      <pc:sldChg chg="modSp add mod">
        <pc:chgData name="Partha Das Chowdhury" userId="18abba20-c126-4283-960d-a4bdad88ce56" providerId="ADAL" clId="{873F8472-BB09-5EFA-A2E3-C64BFEEBCC31}" dt="2026-03-27T16:54:16.558" v="7943" actId="20577"/>
        <pc:sldMkLst>
          <pc:docMk/>
          <pc:sldMk cId="535021551" sldId="390"/>
        </pc:sldMkLst>
        <pc:spChg chg="mod">
          <ac:chgData name="Partha Das Chowdhury" userId="18abba20-c126-4283-960d-a4bdad88ce56" providerId="ADAL" clId="{873F8472-BB09-5EFA-A2E3-C64BFEEBCC31}" dt="2026-03-27T16:54:16.558" v="7943" actId="20577"/>
          <ac:spMkLst>
            <pc:docMk/>
            <pc:sldMk cId="535021551" sldId="390"/>
            <ac:spMk id="2" creationId="{AD71E534-623E-6B6A-FB55-E46DAC313000}"/>
          </ac:spMkLst>
        </pc:sp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026989230" sldId="391"/>
        </pc:sldMkLst>
        <pc:spChg chg="add mod">
          <ac:chgData name="Partha Das Chowdhury" userId="18abba20-c126-4283-960d-a4bdad88ce56" providerId="ADAL" clId="{873F8472-BB09-5EFA-A2E3-C64BFEEBCC31}" dt="2026-04-23T08:50:52.496" v="8681" actId="1076"/>
          <ac:spMkLst>
            <pc:docMk/>
            <pc:sldMk cId="1026989230" sldId="391"/>
            <ac:spMk id="3" creationId="{A410352B-FAE8-2CA1-520C-4884BD0B2554}"/>
          </ac:spMkLst>
        </pc:spChg>
        <pc:spChg chg="add mod">
          <ac:chgData name="Partha Das Chowdhury" userId="18abba20-c126-4283-960d-a4bdad88ce56" providerId="ADAL" clId="{873F8472-BB09-5EFA-A2E3-C64BFEEBCC31}" dt="2026-04-23T08:48:33.945" v="8609" actId="1076"/>
          <ac:spMkLst>
            <pc:docMk/>
            <pc:sldMk cId="1026989230" sldId="391"/>
            <ac:spMk id="4" creationId="{D34ACD51-B0AD-551E-1141-68A3E8715840}"/>
          </ac:spMkLst>
        </pc:spChg>
        <pc:picChg chg="del">
          <ac:chgData name="Partha Das Chowdhury" userId="18abba20-c126-4283-960d-a4bdad88ce56" providerId="ADAL" clId="{873F8472-BB09-5EFA-A2E3-C64BFEEBCC31}" dt="2026-04-23T08:34:01.758" v="8054" actId="478"/>
          <ac:picMkLst>
            <pc:docMk/>
            <pc:sldMk cId="1026989230" sldId="391"/>
            <ac:picMk id="2" creationId="{A09A17BA-1257-D0CE-F8B2-9EA8DE149A18}"/>
          </ac:picMkLst>
        </pc:picChg>
        <pc:picChg chg="del">
          <ac:chgData name="Partha Das Chowdhury" userId="18abba20-c126-4283-960d-a4bdad88ce56" providerId="ADAL" clId="{873F8472-BB09-5EFA-A2E3-C64BFEEBCC31}" dt="2026-04-23T08:34:03.167" v="8055" actId="478"/>
          <ac:picMkLst>
            <pc:docMk/>
            <pc:sldMk cId="1026989230" sldId="391"/>
            <ac:picMk id="5" creationId="{79C066C1-4B1F-26DA-D20B-3C7ABB364ACB}"/>
          </ac:picMkLst>
        </pc:picChg>
        <pc:picChg chg="add mod">
          <ac:chgData name="Partha Das Chowdhury" userId="18abba20-c126-4283-960d-a4bdad88ce56" providerId="ADAL" clId="{873F8472-BB09-5EFA-A2E3-C64BFEEBCC31}" dt="2026-04-23T08:51:47.132" v="8687" actId="1076"/>
          <ac:picMkLst>
            <pc:docMk/>
            <pc:sldMk cId="1026989230" sldId="391"/>
            <ac:picMk id="7" creationId="{7BE4973F-8B8A-3946-BA67-A9354941D00B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3792246888" sldId="391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380867626" sldId="392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431868093" sldId="392"/>
        </pc:sldMkLst>
        <pc:spChg chg="del">
          <ac:chgData name="Partha Das Chowdhury" userId="18abba20-c126-4283-960d-a4bdad88ce56" providerId="ADAL" clId="{873F8472-BB09-5EFA-A2E3-C64BFEEBCC31}" dt="2026-04-23T08:36:25.325" v="8097" actId="478"/>
          <ac:spMkLst>
            <pc:docMk/>
            <pc:sldMk cId="2431868093" sldId="392"/>
            <ac:spMk id="3" creationId="{CB4BAB92-1CA1-2347-E9D2-E8A387E2AFAB}"/>
          </ac:spMkLst>
        </pc:spChg>
        <pc:spChg chg="add mod">
          <ac:chgData name="Partha Das Chowdhury" userId="18abba20-c126-4283-960d-a4bdad88ce56" providerId="ADAL" clId="{873F8472-BB09-5EFA-A2E3-C64BFEEBCC31}" dt="2026-04-23T08:46:05.013" v="8198" actId="1076"/>
          <ac:spMkLst>
            <pc:docMk/>
            <pc:sldMk cId="2431868093" sldId="392"/>
            <ac:spMk id="6" creationId="{2138B664-44CC-82FF-E98C-4BC999CCFE02}"/>
          </ac:spMkLst>
        </pc:spChg>
        <pc:spChg chg="add mod">
          <ac:chgData name="Partha Das Chowdhury" userId="18abba20-c126-4283-960d-a4bdad88ce56" providerId="ADAL" clId="{873F8472-BB09-5EFA-A2E3-C64BFEEBCC31}" dt="2026-04-23T08:46:57.198" v="8335" actId="1076"/>
          <ac:spMkLst>
            <pc:docMk/>
            <pc:sldMk cId="2431868093" sldId="392"/>
            <ac:spMk id="7" creationId="{B8799872-1C4F-F983-383C-DD8FEEA9DA8B}"/>
          </ac:spMkLst>
        </pc:spChg>
        <pc:picChg chg="add mod">
          <ac:chgData name="Partha Das Chowdhury" userId="18abba20-c126-4283-960d-a4bdad88ce56" providerId="ADAL" clId="{873F8472-BB09-5EFA-A2E3-C64BFEEBCC31}" dt="2026-04-23T08:51:08.566" v="8685" actId="1076"/>
          <ac:picMkLst>
            <pc:docMk/>
            <pc:sldMk cId="2431868093" sldId="392"/>
            <ac:picMk id="4" creationId="{70697186-6D59-2029-109A-781B9EF0EECE}"/>
          </ac:picMkLst>
        </pc:pic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787743352" sldId="393"/>
        </pc:sldMkLst>
        <pc:spChg chg="mod">
          <ac:chgData name="Partha Das Chowdhury" userId="18abba20-c126-4283-960d-a4bdad88ce56" providerId="ADAL" clId="{873F8472-BB09-5EFA-A2E3-C64BFEEBCC31}" dt="2026-04-23T08:50:31.175" v="8639" actId="20577"/>
          <ac:spMkLst>
            <pc:docMk/>
            <pc:sldMk cId="787743352" sldId="393"/>
            <ac:spMk id="3" creationId="{C69748B4-FC0E-6475-4C87-E295738395BE}"/>
          </ac:spMkLst>
        </pc:spChg>
        <pc:spChg chg="del">
          <ac:chgData name="Partha Das Chowdhury" userId="18abba20-c126-4283-960d-a4bdad88ce56" providerId="ADAL" clId="{873F8472-BB09-5EFA-A2E3-C64BFEEBCC31}" dt="2026-04-23T08:49:41.450" v="8611" actId="478"/>
          <ac:spMkLst>
            <pc:docMk/>
            <pc:sldMk cId="787743352" sldId="393"/>
            <ac:spMk id="4" creationId="{C3B9EC5F-76FA-A914-690D-2AC3B0CB59A8}"/>
          </ac:spMkLst>
        </pc:spChg>
        <pc:picChg chg="add mod">
          <ac:chgData name="Partha Das Chowdhury" userId="18abba20-c126-4283-960d-a4bdad88ce56" providerId="ADAL" clId="{873F8472-BB09-5EFA-A2E3-C64BFEEBCC31}" dt="2026-04-23T08:50:21.901" v="8614" actId="1076"/>
          <ac:picMkLst>
            <pc:docMk/>
            <pc:sldMk cId="787743352" sldId="393"/>
            <ac:picMk id="5" creationId="{E589C071-7347-CD60-8BE8-D9569F5D256D}"/>
          </ac:picMkLst>
        </pc:picChg>
        <pc:picChg chg="del">
          <ac:chgData name="Partha Das Chowdhury" userId="18abba20-c126-4283-960d-a4bdad88ce56" providerId="ADAL" clId="{873F8472-BB09-5EFA-A2E3-C64BFEEBCC31}" dt="2026-04-23T08:48:40.804" v="8610" actId="478"/>
          <ac:picMkLst>
            <pc:docMk/>
            <pc:sldMk cId="787743352" sldId="393"/>
            <ac:picMk id="7" creationId="{BF6F9218-BDB3-2F1A-7920-590C5834AAE9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987952804" sldId="393"/>
        </pc:sldMkLst>
      </pc:sldChg>
      <pc:sldChg chg="add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41628409" sldId="394"/>
        </pc:sldMkLst>
        <pc:spChg chg="add mod">
          <ac:chgData name="Partha Das Chowdhury" userId="18abba20-c126-4283-960d-a4bdad88ce56" providerId="ADAL" clId="{873F8472-BB09-5EFA-A2E3-C64BFEEBCC31}" dt="2026-04-23T08:55:50.045" v="9067" actId="1076"/>
          <ac:spMkLst>
            <pc:docMk/>
            <pc:sldMk cId="41628409" sldId="394"/>
            <ac:spMk id="2" creationId="{5F0E5B7A-21D4-4E54-1DC2-E76AFF63CF3D}"/>
          </ac:spMkLst>
        </pc:spChg>
        <pc:spChg chg="mod">
          <ac:chgData name="Partha Das Chowdhury" userId="18abba20-c126-4283-960d-a4bdad88ce56" providerId="ADAL" clId="{873F8472-BB09-5EFA-A2E3-C64BFEEBCC31}" dt="2026-04-23T09:22:02.627" v="9511" actId="20577"/>
          <ac:spMkLst>
            <pc:docMk/>
            <pc:sldMk cId="41628409" sldId="394"/>
            <ac:spMk id="3" creationId="{8A78D259-D205-DEB6-7D02-A8CDECE3D66B}"/>
          </ac:spMkLst>
        </pc:spChg>
        <pc:picChg chg="mod">
          <ac:chgData name="Partha Das Chowdhury" userId="18abba20-c126-4283-960d-a4bdad88ce56" providerId="ADAL" clId="{873F8472-BB09-5EFA-A2E3-C64BFEEBCC31}" dt="2026-04-23T08:52:36.915" v="8690" actId="1076"/>
          <ac:picMkLst>
            <pc:docMk/>
            <pc:sldMk cId="41628409" sldId="394"/>
            <ac:picMk id="5" creationId="{DF2A1D06-8DB0-330A-B4CF-8F8771BB1FEE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737420200" sldId="394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637785414" sldId="395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913692613" sldId="395"/>
        </pc:sldMkLst>
        <pc:spChg chg="add del mod">
          <ac:chgData name="Partha Das Chowdhury" userId="18abba20-c126-4283-960d-a4bdad88ce56" providerId="ADAL" clId="{873F8472-BB09-5EFA-A2E3-C64BFEEBCC31}" dt="2026-04-23T08:57:06.143" v="9071" actId="478"/>
          <ac:spMkLst>
            <pc:docMk/>
            <pc:sldMk cId="3913692613" sldId="395"/>
            <ac:spMk id="3" creationId="{92AD2C56-2C15-69C8-4AE7-D68684E5BF68}"/>
          </ac:spMkLst>
        </pc:spChg>
        <pc:spChg chg="mod">
          <ac:chgData name="Partha Das Chowdhury" userId="18abba20-c126-4283-960d-a4bdad88ce56" providerId="ADAL" clId="{873F8472-BB09-5EFA-A2E3-C64BFEEBCC31}" dt="2026-04-23T08:57:24.627" v="9074" actId="1076"/>
          <ac:spMkLst>
            <pc:docMk/>
            <pc:sldMk cId="3913692613" sldId="395"/>
            <ac:spMk id="4" creationId="{4A5B4758-C7E7-CB04-57CC-F8ADBE01EA89}"/>
          </ac:spMkLst>
        </pc:spChg>
        <pc:spChg chg="del">
          <ac:chgData name="Partha Das Chowdhury" userId="18abba20-c126-4283-960d-a4bdad88ce56" providerId="ADAL" clId="{873F8472-BB09-5EFA-A2E3-C64BFEEBCC31}" dt="2026-04-23T08:57:02.292" v="9069" actId="478"/>
          <ac:spMkLst>
            <pc:docMk/>
            <pc:sldMk cId="3913692613" sldId="395"/>
            <ac:spMk id="6" creationId="{887B36B9-CEE3-4E9B-8228-BDA4AC28AE60}"/>
          </ac:spMkLst>
        </pc:spChg>
        <pc:spChg chg="add mod">
          <ac:chgData name="Partha Das Chowdhury" userId="18abba20-c126-4283-960d-a4bdad88ce56" providerId="ADAL" clId="{873F8472-BB09-5EFA-A2E3-C64BFEEBCC31}" dt="2026-04-23T08:57:15.017" v="9072"/>
          <ac:spMkLst>
            <pc:docMk/>
            <pc:sldMk cId="3913692613" sldId="395"/>
            <ac:spMk id="7" creationId="{B7A4A9B8-49EC-7AEC-5C27-AF241145C40B}"/>
          </ac:spMkLst>
        </pc:spChg>
        <pc:picChg chg="del">
          <ac:chgData name="Partha Das Chowdhury" userId="18abba20-c126-4283-960d-a4bdad88ce56" providerId="ADAL" clId="{873F8472-BB09-5EFA-A2E3-C64BFEEBCC31}" dt="2026-04-23T08:57:03.359" v="9070" actId="478"/>
          <ac:picMkLst>
            <pc:docMk/>
            <pc:sldMk cId="3913692613" sldId="395"/>
            <ac:picMk id="5" creationId="{B53536AE-B817-4F11-95EC-EA9813FB6C2C}"/>
          </ac:picMkLst>
        </pc:picChg>
        <pc:picChg chg="add mod">
          <ac:chgData name="Partha Das Chowdhury" userId="18abba20-c126-4283-960d-a4bdad88ce56" providerId="ADAL" clId="{873F8472-BB09-5EFA-A2E3-C64BFEEBCC31}" dt="2026-04-23T08:57:15.017" v="9072"/>
          <ac:picMkLst>
            <pc:docMk/>
            <pc:sldMk cId="3913692613" sldId="395"/>
            <ac:picMk id="8" creationId="{8B09918C-8F0A-A2DB-138B-90BDA4361F53}"/>
          </ac:picMkLst>
        </pc:picChg>
        <pc:picChg chg="mod">
          <ac:chgData name="Partha Das Chowdhury" userId="18abba20-c126-4283-960d-a4bdad88ce56" providerId="ADAL" clId="{873F8472-BB09-5EFA-A2E3-C64BFEEBCC31}" dt="2026-04-23T08:57:28.672" v="9077" actId="1076"/>
          <ac:picMkLst>
            <pc:docMk/>
            <pc:sldMk cId="3913692613" sldId="395"/>
            <ac:picMk id="10" creationId="{C4963FBA-CD60-49C4-DECB-969CA7983F4D}"/>
          </ac:picMkLst>
        </pc:pic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781449414" sldId="396"/>
        </pc:sldMkLst>
        <pc:spChg chg="mod">
          <ac:chgData name="Partha Das Chowdhury" userId="18abba20-c126-4283-960d-a4bdad88ce56" providerId="ADAL" clId="{873F8472-BB09-5EFA-A2E3-C64BFEEBCC31}" dt="2026-04-23T09:57:34.499" v="10926" actId="120"/>
          <ac:spMkLst>
            <pc:docMk/>
            <pc:sldMk cId="2781449414" sldId="396"/>
            <ac:spMk id="2" creationId="{2FA84164-FAFB-49FD-B460-329E217C63D4}"/>
          </ac:spMkLst>
        </pc:spChg>
        <pc:spChg chg="mod">
          <ac:chgData name="Partha Das Chowdhury" userId="18abba20-c126-4283-960d-a4bdad88ce56" providerId="ADAL" clId="{873F8472-BB09-5EFA-A2E3-C64BFEEBCC31}" dt="2026-04-23T09:57:19.191" v="10924" actId="1076"/>
          <ac:spMkLst>
            <pc:docMk/>
            <pc:sldMk cId="2781449414" sldId="396"/>
            <ac:spMk id="3" creationId="{8C039AD1-6125-FA3D-895E-813BCCE83215}"/>
          </ac:spMkLst>
        </pc:spChg>
        <pc:spChg chg="del">
          <ac:chgData name="Partha Das Chowdhury" userId="18abba20-c126-4283-960d-a4bdad88ce56" providerId="ADAL" clId="{873F8472-BB09-5EFA-A2E3-C64BFEEBCC31}" dt="2026-04-23T08:57:34.377" v="9078" actId="478"/>
          <ac:spMkLst>
            <pc:docMk/>
            <pc:sldMk cId="2781449414" sldId="396"/>
            <ac:spMk id="6" creationId="{887B36B9-CEE3-4E9B-8228-BDA4AC28AE60}"/>
          </ac:spMkLst>
        </pc:spChg>
        <pc:spChg chg="add del mod">
          <ac:chgData name="Partha Das Chowdhury" userId="18abba20-c126-4283-960d-a4bdad88ce56" providerId="ADAL" clId="{873F8472-BB09-5EFA-A2E3-C64BFEEBCC31}" dt="2026-04-23T08:57:39.837" v="9080" actId="478"/>
          <ac:spMkLst>
            <pc:docMk/>
            <pc:sldMk cId="2781449414" sldId="396"/>
            <ac:spMk id="7" creationId="{7A1FA007-035B-2382-BFED-52D27ABCE321}"/>
          </ac:spMkLst>
        </pc:spChg>
        <pc:spChg chg="add mod">
          <ac:chgData name="Partha Das Chowdhury" userId="18abba20-c126-4283-960d-a4bdad88ce56" providerId="ADAL" clId="{873F8472-BB09-5EFA-A2E3-C64BFEEBCC31}" dt="2026-04-23T08:57:41.197" v="9081"/>
          <ac:spMkLst>
            <pc:docMk/>
            <pc:sldMk cId="2781449414" sldId="396"/>
            <ac:spMk id="8" creationId="{6366758A-EDDA-463C-85CB-374787A0FC91}"/>
          </ac:spMkLst>
        </pc:spChg>
        <pc:picChg chg="del">
          <ac:chgData name="Partha Das Chowdhury" userId="18abba20-c126-4283-960d-a4bdad88ce56" providerId="ADAL" clId="{873F8472-BB09-5EFA-A2E3-C64BFEEBCC31}" dt="2026-04-23T08:57:35.532" v="9079" actId="478"/>
          <ac:picMkLst>
            <pc:docMk/>
            <pc:sldMk cId="2781449414" sldId="396"/>
            <ac:picMk id="5" creationId="{B53536AE-B817-4F11-95EC-EA9813FB6C2C}"/>
          </ac:picMkLst>
        </pc:picChg>
        <pc:picChg chg="add mod">
          <ac:chgData name="Partha Das Chowdhury" userId="18abba20-c126-4283-960d-a4bdad88ce56" providerId="ADAL" clId="{873F8472-BB09-5EFA-A2E3-C64BFEEBCC31}" dt="2026-04-23T08:57:41.197" v="9081"/>
          <ac:picMkLst>
            <pc:docMk/>
            <pc:sldMk cId="2781449414" sldId="396"/>
            <ac:picMk id="9" creationId="{400DAD01-C322-4886-7B65-DD5ACF032ACE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2823698317" sldId="396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462372397" sldId="397"/>
        </pc:sldMkLst>
        <pc:spChg chg="add del mod">
          <ac:chgData name="Partha Das Chowdhury" userId="18abba20-c126-4283-960d-a4bdad88ce56" providerId="ADAL" clId="{873F8472-BB09-5EFA-A2E3-C64BFEEBCC31}" dt="2026-04-23T09:01:18.539" v="9094" actId="478"/>
          <ac:spMkLst>
            <pc:docMk/>
            <pc:sldMk cId="2462372397" sldId="397"/>
            <ac:spMk id="4" creationId="{24964671-B819-3BF2-FEF3-662367477471}"/>
          </ac:spMkLst>
        </pc:spChg>
        <pc:spChg chg="del">
          <ac:chgData name="Partha Das Chowdhury" userId="18abba20-c126-4283-960d-a4bdad88ce56" providerId="ADAL" clId="{873F8472-BB09-5EFA-A2E3-C64BFEEBCC31}" dt="2026-04-23T09:01:17.099" v="9093" actId="478"/>
          <ac:spMkLst>
            <pc:docMk/>
            <pc:sldMk cId="2462372397" sldId="397"/>
            <ac:spMk id="6" creationId="{887B36B9-CEE3-4E9B-8228-BDA4AC28AE60}"/>
          </ac:spMkLst>
        </pc:spChg>
        <pc:picChg chg="del">
          <ac:chgData name="Partha Das Chowdhury" userId="18abba20-c126-4283-960d-a4bdad88ce56" providerId="ADAL" clId="{873F8472-BB09-5EFA-A2E3-C64BFEEBCC31}" dt="2026-04-23T09:01:14.852" v="9092" actId="478"/>
          <ac:picMkLst>
            <pc:docMk/>
            <pc:sldMk cId="2462372397" sldId="397"/>
            <ac:picMk id="5" creationId="{B53536AE-B817-4F11-95EC-EA9813FB6C2C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3848813829" sldId="397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674051790" sldId="398"/>
        </pc:sldMkLst>
        <pc:spChg chg="add del mod">
          <ac:chgData name="Partha Das Chowdhury" userId="18abba20-c126-4283-960d-a4bdad88ce56" providerId="ADAL" clId="{873F8472-BB09-5EFA-A2E3-C64BFEEBCC31}" dt="2026-04-23T09:01:11.820" v="9091" actId="478"/>
          <ac:spMkLst>
            <pc:docMk/>
            <pc:sldMk cId="1674051790" sldId="398"/>
            <ac:spMk id="4" creationId="{558E9B76-CC6E-1F51-EE17-1399075E1DC3}"/>
          </ac:spMkLst>
        </pc:spChg>
        <pc:spChg chg="del">
          <ac:chgData name="Partha Das Chowdhury" userId="18abba20-c126-4283-960d-a4bdad88ce56" providerId="ADAL" clId="{873F8472-BB09-5EFA-A2E3-C64BFEEBCC31}" dt="2026-04-23T09:01:08.190" v="9089" actId="478"/>
          <ac:spMkLst>
            <pc:docMk/>
            <pc:sldMk cId="1674051790" sldId="398"/>
            <ac:spMk id="6" creationId="{41249396-6DBD-F34A-5F7C-BF935634CD51}"/>
          </ac:spMkLst>
        </pc:spChg>
        <pc:spChg chg="add mod">
          <ac:chgData name="Partha Das Chowdhury" userId="18abba20-c126-4283-960d-a4bdad88ce56" providerId="ADAL" clId="{873F8472-BB09-5EFA-A2E3-C64BFEEBCC31}" dt="2026-04-23T09:01:29.382" v="9095"/>
          <ac:spMkLst>
            <pc:docMk/>
            <pc:sldMk cId="1674051790" sldId="398"/>
            <ac:spMk id="7" creationId="{286BFF7F-19E8-BB5E-0EB0-DE949CC59AA0}"/>
          </ac:spMkLst>
        </pc:spChg>
        <pc:spChg chg="add mod">
          <ac:chgData name="Partha Das Chowdhury" userId="18abba20-c126-4283-960d-a4bdad88ce56" providerId="ADAL" clId="{873F8472-BB09-5EFA-A2E3-C64BFEEBCC31}" dt="2026-04-23T09:08:28.967" v="9363" actId="1076"/>
          <ac:spMkLst>
            <pc:docMk/>
            <pc:sldMk cId="1674051790" sldId="398"/>
            <ac:spMk id="12" creationId="{DDA1B42D-3C73-D3AB-C925-C1929A158575}"/>
          </ac:spMkLst>
        </pc:spChg>
        <pc:spChg chg="add mod">
          <ac:chgData name="Partha Das Chowdhury" userId="18abba20-c126-4283-960d-a4bdad88ce56" providerId="ADAL" clId="{873F8472-BB09-5EFA-A2E3-C64BFEEBCC31}" dt="2026-04-23T09:04:27.037" v="9192" actId="20577"/>
          <ac:spMkLst>
            <pc:docMk/>
            <pc:sldMk cId="1674051790" sldId="398"/>
            <ac:spMk id="13" creationId="{41213D4A-AD1B-3B72-0A1E-92E21BD810EC}"/>
          </ac:spMkLst>
        </pc:spChg>
        <pc:picChg chg="del">
          <ac:chgData name="Partha Das Chowdhury" userId="18abba20-c126-4283-960d-a4bdad88ce56" providerId="ADAL" clId="{873F8472-BB09-5EFA-A2E3-C64BFEEBCC31}" dt="2026-04-23T09:01:03.673" v="9088" actId="478"/>
          <ac:picMkLst>
            <pc:docMk/>
            <pc:sldMk cId="1674051790" sldId="398"/>
            <ac:picMk id="3" creationId="{A6984A05-1A89-FC19-C1E0-7AF1627937A7}"/>
          </ac:picMkLst>
        </pc:picChg>
        <pc:picChg chg="del">
          <ac:chgData name="Partha Das Chowdhury" userId="18abba20-c126-4283-960d-a4bdad88ce56" providerId="ADAL" clId="{873F8472-BB09-5EFA-A2E3-C64BFEEBCC31}" dt="2026-04-23T09:01:09.375" v="9090" actId="478"/>
          <ac:picMkLst>
            <pc:docMk/>
            <pc:sldMk cId="1674051790" sldId="398"/>
            <ac:picMk id="5" creationId="{16EC954F-D816-F209-9BE7-4CBBB5DA231C}"/>
          </ac:picMkLst>
        </pc:picChg>
        <pc:picChg chg="add mod">
          <ac:chgData name="Partha Das Chowdhury" userId="18abba20-c126-4283-960d-a4bdad88ce56" providerId="ADAL" clId="{873F8472-BB09-5EFA-A2E3-C64BFEEBCC31}" dt="2026-04-23T09:01:29.382" v="9095"/>
          <ac:picMkLst>
            <pc:docMk/>
            <pc:sldMk cId="1674051790" sldId="398"/>
            <ac:picMk id="8" creationId="{DA065061-24B1-EF5E-B33E-60861E1DEBCC}"/>
          </ac:picMkLst>
        </pc:picChg>
        <pc:picChg chg="add mod">
          <ac:chgData name="Partha Das Chowdhury" userId="18abba20-c126-4283-960d-a4bdad88ce56" providerId="ADAL" clId="{873F8472-BB09-5EFA-A2E3-C64BFEEBCC31}" dt="2026-04-23T09:09:43.695" v="9399" actId="1076"/>
          <ac:picMkLst>
            <pc:docMk/>
            <pc:sldMk cId="1674051790" sldId="398"/>
            <ac:picMk id="10" creationId="{FB68CB17-DFB9-0DF2-2927-659C194EAD7E}"/>
          </ac:picMkLst>
        </pc:picChg>
        <pc:picChg chg="add mod">
          <ac:chgData name="Partha Das Chowdhury" userId="18abba20-c126-4283-960d-a4bdad88ce56" providerId="ADAL" clId="{873F8472-BB09-5EFA-A2E3-C64BFEEBCC31}" dt="2026-04-23T09:09:46.007" v="9400" actId="1076"/>
          <ac:picMkLst>
            <pc:docMk/>
            <pc:sldMk cId="1674051790" sldId="398"/>
            <ac:picMk id="14" creationId="{05395A88-539A-A944-29A0-474C03A0BFC6}"/>
          </ac:picMkLst>
        </pc:picChg>
        <pc:picChg chg="add mod">
          <ac:chgData name="Partha Das Chowdhury" userId="18abba20-c126-4283-960d-a4bdad88ce56" providerId="ADAL" clId="{873F8472-BB09-5EFA-A2E3-C64BFEEBCC31}" dt="2026-04-23T09:09:54.368" v="9403" actId="1076"/>
          <ac:picMkLst>
            <pc:docMk/>
            <pc:sldMk cId="1674051790" sldId="398"/>
            <ac:picMk id="15" creationId="{461A0B9F-A8AC-EEEF-750F-619C62163F7E}"/>
          </ac:picMkLst>
        </pc:picChg>
        <pc:picChg chg="add mod">
          <ac:chgData name="Partha Das Chowdhury" userId="18abba20-c126-4283-960d-a4bdad88ce56" providerId="ADAL" clId="{873F8472-BB09-5EFA-A2E3-C64BFEEBCC31}" dt="2026-04-23T09:09:59.206" v="9406" actId="1076"/>
          <ac:picMkLst>
            <pc:docMk/>
            <pc:sldMk cId="1674051790" sldId="398"/>
            <ac:picMk id="16" creationId="{BEE78AB6-57BD-8B97-8DAB-7A9075286C47}"/>
          </ac:picMkLst>
        </pc:picChg>
        <pc:picChg chg="add mod">
          <ac:chgData name="Partha Das Chowdhury" userId="18abba20-c126-4283-960d-a4bdad88ce56" providerId="ADAL" clId="{873F8472-BB09-5EFA-A2E3-C64BFEEBCC31}" dt="2026-04-23T09:09:52.301" v="9402" actId="1076"/>
          <ac:picMkLst>
            <pc:docMk/>
            <pc:sldMk cId="1674051790" sldId="398"/>
            <ac:picMk id="17" creationId="{57C0A99C-561D-0D8B-8FBE-9E1771EE0884}"/>
          </ac:picMkLst>
        </pc:picChg>
        <pc:picChg chg="add mod">
          <ac:chgData name="Partha Das Chowdhury" userId="18abba20-c126-4283-960d-a4bdad88ce56" providerId="ADAL" clId="{873F8472-BB09-5EFA-A2E3-C64BFEEBCC31}" dt="2026-04-23T09:09:49.502" v="9401" actId="1076"/>
          <ac:picMkLst>
            <pc:docMk/>
            <pc:sldMk cId="1674051790" sldId="398"/>
            <ac:picMk id="18" creationId="{4F186A91-BE3D-ADD6-4761-63738708DD00}"/>
          </ac:picMkLst>
        </pc:picChg>
        <pc:picChg chg="add mod">
          <ac:chgData name="Partha Das Chowdhury" userId="18abba20-c126-4283-960d-a4bdad88ce56" providerId="ADAL" clId="{873F8472-BB09-5EFA-A2E3-C64BFEEBCC31}" dt="2026-04-23T09:10:00.819" v="9407" actId="1076"/>
          <ac:picMkLst>
            <pc:docMk/>
            <pc:sldMk cId="1674051790" sldId="398"/>
            <ac:picMk id="19" creationId="{1B67D809-B9FF-C3A6-719A-21907886097B}"/>
          </ac:picMkLst>
        </pc:picChg>
        <pc:picChg chg="add mod">
          <ac:chgData name="Partha Das Chowdhury" userId="18abba20-c126-4283-960d-a4bdad88ce56" providerId="ADAL" clId="{873F8472-BB09-5EFA-A2E3-C64BFEEBCC31}" dt="2026-04-23T09:10:02.775" v="9408" actId="1076"/>
          <ac:picMkLst>
            <pc:docMk/>
            <pc:sldMk cId="1674051790" sldId="398"/>
            <ac:picMk id="20" creationId="{AA4A4BF2-3814-843D-4B59-3D688444EDA1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854995773" sldId="398"/>
        </pc:sldMkLst>
      </pc:sldChg>
      <pc:sldChg chg="addSp delSp modSp add del mod">
        <pc:chgData name="Partha Das Chowdhury" userId="18abba20-c126-4283-960d-a4bdad88ce56" providerId="ADAL" clId="{873F8472-BB09-5EFA-A2E3-C64BFEEBCC31}" dt="2026-04-23T09:11:20.988" v="9411" actId="2696"/>
        <pc:sldMkLst>
          <pc:docMk/>
          <pc:sldMk cId="317992474" sldId="399"/>
        </pc:sldMkLst>
        <pc:spChg chg="add del mod">
          <ac:chgData name="Partha Das Chowdhury" userId="18abba20-c126-4283-960d-a4bdad88ce56" providerId="ADAL" clId="{873F8472-BB09-5EFA-A2E3-C64BFEEBCC31}" dt="2026-04-23T09:03:48.686" v="9115"/>
          <ac:spMkLst>
            <pc:docMk/>
            <pc:sldMk cId="317992474" sldId="399"/>
            <ac:spMk id="2" creationId="{47D7860C-6510-C7EE-C5AA-9442E6060537}"/>
          </ac:spMkLst>
        </pc:spChg>
        <pc:spChg chg="add mod">
          <ac:chgData name="Partha Das Chowdhury" userId="18abba20-c126-4283-960d-a4bdad88ce56" providerId="ADAL" clId="{873F8472-BB09-5EFA-A2E3-C64BFEEBCC31}" dt="2026-04-23T09:04:37.430" v="9195" actId="14100"/>
          <ac:spMkLst>
            <pc:docMk/>
            <pc:sldMk cId="317992474" sldId="399"/>
            <ac:spMk id="3" creationId="{7567392F-7A39-A345-9A72-800CDC878F09}"/>
          </ac:spMkLst>
        </pc:spChg>
        <pc:spChg chg="add mod">
          <ac:chgData name="Partha Das Chowdhury" userId="18abba20-c126-4283-960d-a4bdad88ce56" providerId="ADAL" clId="{873F8472-BB09-5EFA-A2E3-C64BFEEBCC31}" dt="2026-04-23T09:06:57.974" v="9361" actId="1076"/>
          <ac:spMkLst>
            <pc:docMk/>
            <pc:sldMk cId="317992474" sldId="399"/>
            <ac:spMk id="4" creationId="{78E2A98E-E41B-9254-42A1-7A7401A98E0C}"/>
          </ac:spMkLst>
        </pc:spChg>
        <pc:spChg chg="del">
          <ac:chgData name="Partha Das Chowdhury" userId="18abba20-c126-4283-960d-a4bdad88ce56" providerId="ADAL" clId="{873F8472-BB09-5EFA-A2E3-C64BFEEBCC31}" dt="2026-04-23T09:03:35.897" v="9112" actId="478"/>
          <ac:spMkLst>
            <pc:docMk/>
            <pc:sldMk cId="317992474" sldId="399"/>
            <ac:spMk id="12" creationId="{25012F49-5307-3B05-835B-B0C852B41363}"/>
          </ac:spMkLst>
        </pc:spChg>
        <pc:picChg chg="mod">
          <ac:chgData name="Partha Das Chowdhury" userId="18abba20-c126-4283-960d-a4bdad88ce56" providerId="ADAL" clId="{873F8472-BB09-5EFA-A2E3-C64BFEEBCC31}" dt="2026-04-23T09:03:33.520" v="9111" actId="1076"/>
          <ac:picMkLst>
            <pc:docMk/>
            <pc:sldMk cId="317992474" sldId="399"/>
            <ac:picMk id="10" creationId="{8EC0EB04-69FA-60F0-46F5-991D10D24DC6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197818542" sldId="406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332218694" sldId="406"/>
        </pc:sldMkLst>
        <pc:spChg chg="add mod">
          <ac:chgData name="Partha Das Chowdhury" userId="18abba20-c126-4283-960d-a4bdad88ce56" providerId="ADAL" clId="{873F8472-BB09-5EFA-A2E3-C64BFEEBCC31}" dt="2026-04-23T09:12:10.850" v="9424"/>
          <ac:spMkLst>
            <pc:docMk/>
            <pc:sldMk cId="2332218694" sldId="406"/>
            <ac:spMk id="2" creationId="{4FEFB84A-6966-6A5B-C7FC-737DFDAF38D0}"/>
          </ac:spMkLst>
        </pc:spChg>
        <pc:spChg chg="mod">
          <ac:chgData name="Partha Das Chowdhury" userId="18abba20-c126-4283-960d-a4bdad88ce56" providerId="ADAL" clId="{873F8472-BB09-5EFA-A2E3-C64BFEEBCC31}" dt="2026-04-23T09:12:37.235" v="9430" actId="207"/>
          <ac:spMkLst>
            <pc:docMk/>
            <pc:sldMk cId="2332218694" sldId="406"/>
            <ac:spMk id="6" creationId="{72158C06-820A-6DCB-E9C1-5E3B5FE2733C}"/>
          </ac:spMkLst>
        </pc:spChg>
        <pc:spChg chg="del">
          <ac:chgData name="Partha Das Chowdhury" userId="18abba20-c126-4283-960d-a4bdad88ce56" providerId="ADAL" clId="{873F8472-BB09-5EFA-A2E3-C64BFEEBCC31}" dt="2026-04-23T09:11:25.705" v="9412" actId="478"/>
          <ac:spMkLst>
            <pc:docMk/>
            <pc:sldMk cId="2332218694" sldId="406"/>
            <ac:spMk id="36" creationId="{DF60F282-AE2E-BB27-8D41-973185B601C9}"/>
          </ac:spMkLst>
        </pc:spChg>
        <pc:picChg chg="add mod">
          <ac:chgData name="Partha Das Chowdhury" userId="18abba20-c126-4283-960d-a4bdad88ce56" providerId="ADAL" clId="{873F8472-BB09-5EFA-A2E3-C64BFEEBCC31}" dt="2026-04-23T09:12:16.323" v="9426" actId="1076"/>
          <ac:picMkLst>
            <pc:docMk/>
            <pc:sldMk cId="2332218694" sldId="406"/>
            <ac:picMk id="4" creationId="{A9018DD1-0BFE-13AD-55B5-B8502BDA4AD4}"/>
          </ac:picMkLst>
        </pc:picChg>
        <pc:picChg chg="del mod">
          <ac:chgData name="Partha Das Chowdhury" userId="18abba20-c126-4283-960d-a4bdad88ce56" providerId="ADAL" clId="{873F8472-BB09-5EFA-A2E3-C64BFEEBCC31}" dt="2026-04-23T09:11:27.040" v="9414" actId="478"/>
          <ac:picMkLst>
            <pc:docMk/>
            <pc:sldMk cId="2332218694" sldId="406"/>
            <ac:picMk id="35" creationId="{E46521AE-6387-41E3-B579-8B9E98DCF3D2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664736193" sldId="407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914871163" sldId="407"/>
        </pc:sldMkLst>
        <pc:spChg chg="add mod">
          <ac:chgData name="Partha Das Chowdhury" userId="18abba20-c126-4283-960d-a4bdad88ce56" providerId="ADAL" clId="{873F8472-BB09-5EFA-A2E3-C64BFEEBCC31}" dt="2026-04-23T09:12:23.257" v="9427"/>
          <ac:spMkLst>
            <pc:docMk/>
            <pc:sldMk cId="3914871163" sldId="407"/>
            <ac:spMk id="3" creationId="{4AAA6A9E-D4A2-2FB5-0C0F-92F5AE36F022}"/>
          </ac:spMkLst>
        </pc:spChg>
        <pc:spChg chg="mod">
          <ac:chgData name="Partha Das Chowdhury" userId="18abba20-c126-4283-960d-a4bdad88ce56" providerId="ADAL" clId="{873F8472-BB09-5EFA-A2E3-C64BFEEBCC31}" dt="2026-04-23T09:12:32.503" v="9429" actId="207"/>
          <ac:spMkLst>
            <pc:docMk/>
            <pc:sldMk cId="3914871163" sldId="407"/>
            <ac:spMk id="6" creationId="{FFE4F816-CDB9-B3C6-C341-BA693E600693}"/>
          </ac:spMkLst>
        </pc:spChg>
        <pc:spChg chg="del">
          <ac:chgData name="Partha Das Chowdhury" userId="18abba20-c126-4283-960d-a4bdad88ce56" providerId="ADAL" clId="{873F8472-BB09-5EFA-A2E3-C64BFEEBCC31}" dt="2026-04-23T09:11:37.137" v="9416" actId="478"/>
          <ac:spMkLst>
            <pc:docMk/>
            <pc:sldMk cId="3914871163" sldId="407"/>
            <ac:spMk id="36" creationId="{66F5B763-A4CA-4588-C450-34A545B0FDBB}"/>
          </ac:spMkLst>
        </pc:spChg>
        <pc:picChg chg="add mod">
          <ac:chgData name="Partha Das Chowdhury" userId="18abba20-c126-4283-960d-a4bdad88ce56" providerId="ADAL" clId="{873F8472-BB09-5EFA-A2E3-C64BFEEBCC31}" dt="2026-04-23T09:12:23.257" v="9427"/>
          <ac:picMkLst>
            <pc:docMk/>
            <pc:sldMk cId="3914871163" sldId="407"/>
            <ac:picMk id="4" creationId="{3C6BEB91-4ED9-C7A8-9687-1FFA57612496}"/>
          </ac:picMkLst>
        </pc:picChg>
        <pc:picChg chg="del">
          <ac:chgData name="Partha Das Chowdhury" userId="18abba20-c126-4283-960d-a4bdad88ce56" providerId="ADAL" clId="{873F8472-BB09-5EFA-A2E3-C64BFEEBCC31}" dt="2026-04-23T09:11:38.768" v="9417" actId="478"/>
          <ac:picMkLst>
            <pc:docMk/>
            <pc:sldMk cId="3914871163" sldId="407"/>
            <ac:picMk id="35" creationId="{FF680DF8-FA8E-B934-087E-20B3E228E710}"/>
          </ac:picMkLst>
        </pc:pic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55202789" sldId="408"/>
        </pc:sldMkLst>
        <pc:spChg chg="add mod">
          <ac:chgData name="Partha Das Chowdhury" userId="18abba20-c126-4283-960d-a4bdad88ce56" providerId="ADAL" clId="{873F8472-BB09-5EFA-A2E3-C64BFEEBCC31}" dt="2026-04-23T09:12:45.601" v="9433"/>
          <ac:spMkLst>
            <pc:docMk/>
            <pc:sldMk cId="155202789" sldId="408"/>
            <ac:spMk id="2" creationId="{B0C15B39-27CC-E281-5F04-9FE6B87A9571}"/>
          </ac:spMkLst>
        </pc:spChg>
        <pc:spChg chg="mod">
          <ac:chgData name="Partha Das Chowdhury" userId="18abba20-c126-4283-960d-a4bdad88ce56" providerId="ADAL" clId="{873F8472-BB09-5EFA-A2E3-C64BFEEBCC31}" dt="2026-04-23T09:12:53.974" v="9436" actId="207"/>
          <ac:spMkLst>
            <pc:docMk/>
            <pc:sldMk cId="155202789" sldId="408"/>
            <ac:spMk id="6" creationId="{683F1FA7-6BFC-222F-0D1D-64A053FB5FCE}"/>
          </ac:spMkLst>
        </pc:spChg>
        <pc:spChg chg="del">
          <ac:chgData name="Partha Das Chowdhury" userId="18abba20-c126-4283-960d-a4bdad88ce56" providerId="ADAL" clId="{873F8472-BB09-5EFA-A2E3-C64BFEEBCC31}" dt="2026-04-23T09:12:42.863" v="9431" actId="478"/>
          <ac:spMkLst>
            <pc:docMk/>
            <pc:sldMk cId="155202789" sldId="408"/>
            <ac:spMk id="36" creationId="{27ECACF8-E992-D2D9-142D-693C195DBA59}"/>
          </ac:spMkLst>
        </pc:spChg>
        <pc:picChg chg="add mod">
          <ac:chgData name="Partha Das Chowdhury" userId="18abba20-c126-4283-960d-a4bdad88ce56" providerId="ADAL" clId="{873F8472-BB09-5EFA-A2E3-C64BFEEBCC31}" dt="2026-04-23T09:12:45.601" v="9433"/>
          <ac:picMkLst>
            <pc:docMk/>
            <pc:sldMk cId="155202789" sldId="408"/>
            <ac:picMk id="3" creationId="{ED6813AF-C714-3760-167C-FD91B51EF87A}"/>
          </ac:picMkLst>
        </pc:picChg>
        <pc:picChg chg="del">
          <ac:chgData name="Partha Das Chowdhury" userId="18abba20-c126-4283-960d-a4bdad88ce56" providerId="ADAL" clId="{873F8472-BB09-5EFA-A2E3-C64BFEEBCC31}" dt="2026-04-23T09:12:44.272" v="9432" actId="478"/>
          <ac:picMkLst>
            <pc:docMk/>
            <pc:sldMk cId="155202789" sldId="408"/>
            <ac:picMk id="35" creationId="{63290121-6163-7112-5AEC-55488A0DDB63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3370541015" sldId="408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32012976" sldId="409"/>
        </pc:sldMkLst>
        <pc:spChg chg="del">
          <ac:chgData name="Partha Das Chowdhury" userId="18abba20-c126-4283-960d-a4bdad88ce56" providerId="ADAL" clId="{873F8472-BB09-5EFA-A2E3-C64BFEEBCC31}" dt="2026-04-23T09:16:08.909" v="9463" actId="478"/>
          <ac:spMkLst>
            <pc:docMk/>
            <pc:sldMk cId="332012976" sldId="409"/>
            <ac:spMk id="2" creationId="{48CEE497-880F-21A9-7B3C-6AB47360065D}"/>
          </ac:spMkLst>
        </pc:spChg>
        <pc:spChg chg="add mod">
          <ac:chgData name="Partha Das Chowdhury" userId="18abba20-c126-4283-960d-a4bdad88ce56" providerId="ADAL" clId="{873F8472-BB09-5EFA-A2E3-C64BFEEBCC31}" dt="2026-04-23T09:24:22.416" v="9765" actId="20577"/>
          <ac:spMkLst>
            <pc:docMk/>
            <pc:sldMk cId="332012976" sldId="409"/>
            <ac:spMk id="12" creationId="{9E44C550-6FCD-088D-ED64-0E3CEFC5C98C}"/>
          </ac:spMkLst>
        </pc:spChg>
        <pc:picChg chg="del">
          <ac:chgData name="Partha Das Chowdhury" userId="18abba20-c126-4283-960d-a4bdad88ce56" providerId="ADAL" clId="{873F8472-BB09-5EFA-A2E3-C64BFEEBCC31}" dt="2026-04-23T09:18:09.451" v="9464" actId="478"/>
          <ac:picMkLst>
            <pc:docMk/>
            <pc:sldMk cId="332012976" sldId="409"/>
            <ac:picMk id="5" creationId="{5B88C972-E56A-0F35-C1CE-8A50BE7D2407}"/>
          </ac:picMkLst>
        </pc:picChg>
        <pc:picChg chg="add del mod">
          <ac:chgData name="Partha Das Chowdhury" userId="18abba20-c126-4283-960d-a4bdad88ce56" providerId="ADAL" clId="{873F8472-BB09-5EFA-A2E3-C64BFEEBCC31}" dt="2026-04-23T09:20:14.356" v="9490" actId="478"/>
          <ac:picMkLst>
            <pc:docMk/>
            <pc:sldMk cId="332012976" sldId="409"/>
            <ac:picMk id="6" creationId="{FCA62563-FB09-1AAE-9A7E-843BA0BAFBC8}"/>
          </ac:picMkLst>
        </pc:picChg>
        <pc:picChg chg="add del mod">
          <ac:chgData name="Partha Das Chowdhury" userId="18abba20-c126-4283-960d-a4bdad88ce56" providerId="ADAL" clId="{873F8472-BB09-5EFA-A2E3-C64BFEEBCC31}" dt="2026-04-23T09:23:02.226" v="9518" actId="478"/>
          <ac:picMkLst>
            <pc:docMk/>
            <pc:sldMk cId="332012976" sldId="409"/>
            <ac:picMk id="7" creationId="{BC144457-D670-6A2C-3661-FF2106618B39}"/>
          </ac:picMkLst>
        </pc:picChg>
        <pc:picChg chg="add mod">
          <ac:chgData name="Partha Das Chowdhury" userId="18abba20-c126-4283-960d-a4bdad88ce56" providerId="ADAL" clId="{873F8472-BB09-5EFA-A2E3-C64BFEEBCC31}" dt="2026-04-23T09:23:04.573" v="9519" actId="1076"/>
          <ac:picMkLst>
            <pc:docMk/>
            <pc:sldMk cId="332012976" sldId="409"/>
            <ac:picMk id="9" creationId="{9D1395FD-D100-D3C9-FB35-883C6DC70C7C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301224686" sldId="409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2650119891" sldId="410"/>
        </pc:sldMkLst>
      </pc:sldChg>
      <pc:sldChg chg="modSp add del mod or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474141403" sldId="410"/>
        </pc:sldMkLst>
        <pc:spChg chg="mod">
          <ac:chgData name="Partha Das Chowdhury" userId="18abba20-c126-4283-960d-a4bdad88ce56" providerId="ADAL" clId="{873F8472-BB09-5EFA-A2E3-C64BFEEBCC31}" dt="2026-04-23T09:19:57.962" v="9488" actId="20577"/>
          <ac:spMkLst>
            <pc:docMk/>
            <pc:sldMk cId="3474141403" sldId="410"/>
            <ac:spMk id="3" creationId="{C9B292B6-FFDF-4D24-3D8C-ABE59A39793C}"/>
          </ac:spMkLst>
        </pc:sp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016618871" sldId="411"/>
        </pc:sldMkLst>
        <pc:spChg chg="del">
          <ac:chgData name="Partha Das Chowdhury" userId="18abba20-c126-4283-960d-a4bdad88ce56" providerId="ADAL" clId="{873F8472-BB09-5EFA-A2E3-C64BFEEBCC31}" dt="2026-04-23T09:26:03.068" v="9768" actId="478"/>
          <ac:spMkLst>
            <pc:docMk/>
            <pc:sldMk cId="1016618871" sldId="411"/>
            <ac:spMk id="12" creationId="{AADE1955-2317-0734-6E98-FDDD3D442B3F}"/>
          </ac:spMkLst>
        </pc:spChg>
        <pc:picChg chg="add mod">
          <ac:chgData name="Partha Das Chowdhury" userId="18abba20-c126-4283-960d-a4bdad88ce56" providerId="ADAL" clId="{873F8472-BB09-5EFA-A2E3-C64BFEEBCC31}" dt="2026-04-23T09:26:26.459" v="9774" actId="1076"/>
          <ac:picMkLst>
            <pc:docMk/>
            <pc:sldMk cId="1016618871" sldId="411"/>
            <ac:picMk id="4" creationId="{9D9C787B-BD47-B3F4-8B49-6010F5FFE498}"/>
          </ac:picMkLst>
        </pc:picChg>
        <pc:picChg chg="del">
          <ac:chgData name="Partha Das Chowdhury" userId="18abba20-c126-4283-960d-a4bdad88ce56" providerId="ADAL" clId="{873F8472-BB09-5EFA-A2E3-C64BFEEBCC31}" dt="2026-04-23T09:26:00.985" v="9767" actId="478"/>
          <ac:picMkLst>
            <pc:docMk/>
            <pc:sldMk cId="1016618871" sldId="411"/>
            <ac:picMk id="9" creationId="{913C675C-AF3F-164A-2717-A90B4EB9A331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2976660166" sldId="411"/>
        </pc:sldMkLst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591649441" sldId="412"/>
        </pc:sldMkLst>
        <pc:spChg chg="add mod">
          <ac:chgData name="Partha Das Chowdhury" userId="18abba20-c126-4283-960d-a4bdad88ce56" providerId="ADAL" clId="{873F8472-BB09-5EFA-A2E3-C64BFEEBCC31}" dt="2026-04-23T09:29:51.532" v="9924" actId="1076"/>
          <ac:spMkLst>
            <pc:docMk/>
            <pc:sldMk cId="2591649441" sldId="412"/>
            <ac:spMk id="2" creationId="{8CD40C9F-6ABE-E99B-C2CE-5992B03B681C}"/>
          </ac:spMkLst>
        </pc:spChg>
        <pc:spChg chg="mod">
          <ac:chgData name="Partha Das Chowdhury" userId="18abba20-c126-4283-960d-a4bdad88ce56" providerId="ADAL" clId="{873F8472-BB09-5EFA-A2E3-C64BFEEBCC31}" dt="2026-04-23T09:28:28.253" v="9780" actId="20577"/>
          <ac:spMkLst>
            <pc:docMk/>
            <pc:sldMk cId="2591649441" sldId="412"/>
            <ac:spMk id="3" creationId="{C5417C6B-0419-9FE2-F910-5572FCFCFAF2}"/>
          </ac:spMkLst>
        </pc:spChg>
        <pc:picChg chg="del">
          <ac:chgData name="Partha Das Chowdhury" userId="18abba20-c126-4283-960d-a4bdad88ce56" providerId="ADAL" clId="{873F8472-BB09-5EFA-A2E3-C64BFEEBCC31}" dt="2026-04-23T09:28:30.161" v="9781" actId="478"/>
          <ac:picMkLst>
            <pc:docMk/>
            <pc:sldMk cId="2591649441" sldId="412"/>
            <ac:picMk id="4" creationId="{A6E2D530-03C1-4DAA-5C00-EE1C546D6E19}"/>
          </ac:picMkLst>
        </pc:picChg>
        <pc:picChg chg="add mod">
          <ac:chgData name="Partha Das Chowdhury" userId="18abba20-c126-4283-960d-a4bdad88ce56" providerId="ADAL" clId="{873F8472-BB09-5EFA-A2E3-C64BFEEBCC31}" dt="2026-04-23T09:29:47.136" v="9923" actId="1076"/>
          <ac:picMkLst>
            <pc:docMk/>
            <pc:sldMk cId="2591649441" sldId="412"/>
            <ac:picMk id="5" creationId="{D92706A5-D0FF-7EF4-2419-8A42C8845A79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4176973075" sldId="412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322882319" sldId="413"/>
        </pc:sldMkLst>
      </pc:sldChg>
      <pc:sldChg chg="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814019542" sldId="413"/>
        </pc:sldMkLst>
        <pc:spChg chg="mod">
          <ac:chgData name="Partha Das Chowdhury" userId="18abba20-c126-4283-960d-a4bdad88ce56" providerId="ADAL" clId="{873F8472-BB09-5EFA-A2E3-C64BFEEBCC31}" dt="2026-04-23T09:52:27.238" v="10775" actId="20577"/>
          <ac:spMkLst>
            <pc:docMk/>
            <pc:sldMk cId="3814019542" sldId="413"/>
            <ac:spMk id="2" creationId="{DAA2D6BD-079F-6701-B49D-8D66BE38E99B}"/>
          </ac:spMkLst>
        </pc:spChg>
        <pc:spChg chg="mod">
          <ac:chgData name="Partha Das Chowdhury" userId="18abba20-c126-4283-960d-a4bdad88ce56" providerId="ADAL" clId="{873F8472-BB09-5EFA-A2E3-C64BFEEBCC31}" dt="2026-04-23T09:31:27.040" v="9975" actId="1076"/>
          <ac:spMkLst>
            <pc:docMk/>
            <pc:sldMk cId="3814019542" sldId="413"/>
            <ac:spMk id="3" creationId="{F770F39B-0143-284D-B576-2944B940E5F8}"/>
          </ac:spMkLst>
        </pc:spChg>
        <pc:picChg chg="mod">
          <ac:chgData name="Partha Das Chowdhury" userId="18abba20-c126-4283-960d-a4bdad88ce56" providerId="ADAL" clId="{873F8472-BB09-5EFA-A2E3-C64BFEEBCC31}" dt="2026-04-23T09:36:08.520" v="10198" actId="1076"/>
          <ac:picMkLst>
            <pc:docMk/>
            <pc:sldMk cId="3814019542" sldId="413"/>
            <ac:picMk id="5" creationId="{56C303AD-618E-7D55-2D41-C3A1B70BEDD0}"/>
          </ac:picMkLst>
        </pc:picChg>
      </pc:sldChg>
      <pc:sldChg chg="addSp 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49656755" sldId="414"/>
        </pc:sldMkLst>
        <pc:spChg chg="mod">
          <ac:chgData name="Partha Das Chowdhury" userId="18abba20-c126-4283-960d-a4bdad88ce56" providerId="ADAL" clId="{873F8472-BB09-5EFA-A2E3-C64BFEEBCC31}" dt="2026-04-23T09:54:05.128" v="10911" actId="20577"/>
          <ac:spMkLst>
            <pc:docMk/>
            <pc:sldMk cId="149656755" sldId="414"/>
            <ac:spMk id="2" creationId="{5C57F00D-C20D-258F-F325-E7B396765C25}"/>
          </ac:spMkLst>
        </pc:spChg>
        <pc:picChg chg="add del mod">
          <ac:chgData name="Partha Das Chowdhury" userId="18abba20-c126-4283-960d-a4bdad88ce56" providerId="ADAL" clId="{873F8472-BB09-5EFA-A2E3-C64BFEEBCC31}" dt="2026-04-23T10:02:52.008" v="11511" actId="21"/>
          <ac:picMkLst>
            <pc:docMk/>
            <pc:sldMk cId="149656755" sldId="414"/>
            <ac:picMk id="4" creationId="{E69AFC66-5FD9-6DDA-A348-4EBBEBB0426A}"/>
          </ac:picMkLst>
        </pc:picChg>
        <pc:picChg chg="del">
          <ac:chgData name="Partha Das Chowdhury" userId="18abba20-c126-4283-960d-a4bdad88ce56" providerId="ADAL" clId="{873F8472-BB09-5EFA-A2E3-C64BFEEBCC31}" dt="2026-04-23T09:39:49.957" v="10513" actId="478"/>
          <ac:picMkLst>
            <pc:docMk/>
            <pc:sldMk cId="149656755" sldId="414"/>
            <ac:picMk id="5" creationId="{15C21C8C-D459-89EA-31D0-674BF74DB5DC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3442152187" sldId="414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783634846" sldId="415"/>
        </pc:sldMkLst>
      </pc:sldChg>
      <pc:sldChg chg="add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2777466732" sldId="415"/>
        </pc:sldMkLst>
        <pc:spChg chg="mod">
          <ac:chgData name="Partha Das Chowdhury" userId="18abba20-c126-4283-960d-a4bdad88ce56" providerId="ADAL" clId="{873F8472-BB09-5EFA-A2E3-C64BFEEBCC31}" dt="2026-04-23T09:58:49.232" v="10977" actId="120"/>
          <ac:spMkLst>
            <pc:docMk/>
            <pc:sldMk cId="2777466732" sldId="415"/>
            <ac:spMk id="2" creationId="{F1BA22AF-C1F3-3EAF-EDB8-7E448CABF70C}"/>
          </ac:spMkLst>
        </pc:spChg>
        <pc:spChg chg="mod">
          <ac:chgData name="Partha Das Chowdhury" userId="18abba20-c126-4283-960d-a4bdad88ce56" providerId="ADAL" clId="{873F8472-BB09-5EFA-A2E3-C64BFEEBCC31}" dt="2026-04-23T10:03:29.397" v="11515" actId="6549"/>
          <ac:spMkLst>
            <pc:docMk/>
            <pc:sldMk cId="2777466732" sldId="415"/>
            <ac:spMk id="7" creationId="{AE69D2FF-40AD-386C-EB41-30D223DACD98}"/>
          </ac:spMkLst>
        </pc:spChg>
        <pc:picChg chg="add mod">
          <ac:chgData name="Partha Das Chowdhury" userId="18abba20-c126-4283-960d-a4bdad88ce56" providerId="ADAL" clId="{873F8472-BB09-5EFA-A2E3-C64BFEEBCC31}" dt="2026-04-23T10:03:31.479" v="11516"/>
          <ac:picMkLst>
            <pc:docMk/>
            <pc:sldMk cId="2777466732" sldId="415"/>
            <ac:picMk id="3" creationId="{9670CBB8-CC81-9F58-88F1-6CC03AA38E39}"/>
          </ac:picMkLst>
        </pc:picChg>
        <pc:picChg chg="add mod">
          <ac:chgData name="Partha Das Chowdhury" userId="18abba20-c126-4283-960d-a4bdad88ce56" providerId="ADAL" clId="{873F8472-BB09-5EFA-A2E3-C64BFEEBCC31}" dt="2026-04-23T10:03:46.372" v="11517"/>
          <ac:picMkLst>
            <pc:docMk/>
            <pc:sldMk cId="2777466732" sldId="415"/>
            <ac:picMk id="4" creationId="{889F494D-7C4B-5590-75FA-6D8227D2F9D6}"/>
          </ac:picMkLst>
        </pc:picChg>
      </pc:sldChg>
      <pc:sldChg chg="delSp 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688863825" sldId="416"/>
        </pc:sldMkLst>
        <pc:spChg chg="mod">
          <ac:chgData name="Partha Das Chowdhury" userId="18abba20-c126-4283-960d-a4bdad88ce56" providerId="ADAL" clId="{873F8472-BB09-5EFA-A2E3-C64BFEEBCC31}" dt="2026-04-23T10:04:58.834" v="11607" actId="1076"/>
          <ac:spMkLst>
            <pc:docMk/>
            <pc:sldMk cId="688863825" sldId="416"/>
            <ac:spMk id="2" creationId="{0B723140-20B7-1550-9C54-2054BE3E5A1A}"/>
          </ac:spMkLst>
        </pc:spChg>
        <pc:spChg chg="mod">
          <ac:chgData name="Partha Das Chowdhury" userId="18abba20-c126-4283-960d-a4bdad88ce56" providerId="ADAL" clId="{873F8472-BB09-5EFA-A2E3-C64BFEEBCC31}" dt="2026-04-23T10:09:16.659" v="11996" actId="1076"/>
          <ac:spMkLst>
            <pc:docMk/>
            <pc:sldMk cId="688863825" sldId="416"/>
            <ac:spMk id="7" creationId="{007A8329-29BE-190D-2E47-3C1327EFB1EF}"/>
          </ac:spMkLst>
        </pc:spChg>
        <pc:picChg chg="del">
          <ac:chgData name="Partha Das Chowdhury" userId="18abba20-c126-4283-960d-a4bdad88ce56" providerId="ADAL" clId="{873F8472-BB09-5EFA-A2E3-C64BFEEBCC31}" dt="2026-04-23T10:06:25.136" v="11752" actId="478"/>
          <ac:picMkLst>
            <pc:docMk/>
            <pc:sldMk cId="688863825" sldId="416"/>
            <ac:picMk id="3" creationId="{31761F96-D516-475D-AA59-AA937F9C36AD}"/>
          </ac:picMkLst>
        </pc:picChg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3373419426" sldId="416"/>
        </pc:sldMkLst>
      </pc:sldChg>
      <pc:sldChg chg="add">
        <pc:chgData name="Partha Das Chowdhury" userId="18abba20-c126-4283-960d-a4bdad88ce56" providerId="ADAL" clId="{873F8472-BB09-5EFA-A2E3-C64BFEEBCC31}" dt="2026-04-23T10:30:36.190" v="12924"/>
        <pc:sldMkLst>
          <pc:docMk/>
          <pc:sldMk cId="1936020203" sldId="417"/>
        </pc:sldMkLst>
      </pc:sldChg>
      <pc:sldChg chg="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3986153808" sldId="417"/>
        </pc:sldMkLst>
        <pc:spChg chg="mod">
          <ac:chgData name="Partha Das Chowdhury" userId="18abba20-c126-4283-960d-a4bdad88ce56" providerId="ADAL" clId="{873F8472-BB09-5EFA-A2E3-C64BFEEBCC31}" dt="2026-04-23T10:12:38.236" v="12495" actId="20577"/>
          <ac:spMkLst>
            <pc:docMk/>
            <pc:sldMk cId="3986153808" sldId="417"/>
            <ac:spMk id="7" creationId="{6F95414A-A75E-3B92-4C47-71BE0076EC72}"/>
          </ac:spMkLst>
        </pc:spChg>
      </pc:sldChg>
      <pc:sldChg chg="modSp add del mod">
        <pc:chgData name="Partha Das Chowdhury" userId="18abba20-c126-4283-960d-a4bdad88ce56" providerId="ADAL" clId="{873F8472-BB09-5EFA-A2E3-C64BFEEBCC31}" dt="2026-04-23T10:30:26.561" v="12923" actId="2696"/>
        <pc:sldMkLst>
          <pc:docMk/>
          <pc:sldMk cId="1929530439" sldId="418"/>
        </pc:sldMkLst>
        <pc:spChg chg="mod">
          <ac:chgData name="Partha Das Chowdhury" userId="18abba20-c126-4283-960d-a4bdad88ce56" providerId="ADAL" clId="{873F8472-BB09-5EFA-A2E3-C64BFEEBCC31}" dt="2026-04-23T10:15:43.902" v="12510" actId="1076"/>
          <ac:spMkLst>
            <pc:docMk/>
            <pc:sldMk cId="1929530439" sldId="418"/>
            <ac:spMk id="2" creationId="{1F04FDA2-96F5-2450-8DB6-DB899B64AB8B}"/>
          </ac:spMkLst>
        </pc:spChg>
        <pc:spChg chg="mod">
          <ac:chgData name="Partha Das Chowdhury" userId="18abba20-c126-4283-960d-a4bdad88ce56" providerId="ADAL" clId="{873F8472-BB09-5EFA-A2E3-C64BFEEBCC31}" dt="2026-04-23T10:28:27.359" v="12916" actId="207"/>
          <ac:spMkLst>
            <pc:docMk/>
            <pc:sldMk cId="1929530439" sldId="418"/>
            <ac:spMk id="7" creationId="{5E5404D7-8662-A9AA-2C4D-1658F8BAF71F}"/>
          </ac:spMkLst>
        </pc:spChg>
      </pc:sldChg>
      <pc:sldChg chg="modSp add mod">
        <pc:chgData name="Partha Das Chowdhury" userId="18abba20-c126-4283-960d-a4bdad88ce56" providerId="ADAL" clId="{873F8472-BB09-5EFA-A2E3-C64BFEEBCC31}" dt="2026-04-23T10:55:29.749" v="13366" actId="1076"/>
        <pc:sldMkLst>
          <pc:docMk/>
          <pc:sldMk cId="2485632408" sldId="418"/>
        </pc:sldMkLst>
        <pc:spChg chg="mod">
          <ac:chgData name="Partha Das Chowdhury" userId="18abba20-c126-4283-960d-a4bdad88ce56" providerId="ADAL" clId="{873F8472-BB09-5EFA-A2E3-C64BFEEBCC31}" dt="2026-04-23T10:55:29.749" v="13366" actId="1076"/>
          <ac:spMkLst>
            <pc:docMk/>
            <pc:sldMk cId="2485632408" sldId="418"/>
            <ac:spMk id="7" creationId="{5E5404D7-8662-A9AA-2C4D-1658F8BAF71F}"/>
          </ac:spMkLst>
        </pc:spChg>
      </pc:sldChg>
      <pc:sldChg chg="delSp modSp add mod">
        <pc:chgData name="Partha Das Chowdhury" userId="18abba20-c126-4283-960d-a4bdad88ce56" providerId="ADAL" clId="{873F8472-BB09-5EFA-A2E3-C64BFEEBCC31}" dt="2026-04-23T10:29:02.501" v="12922" actId="207"/>
        <pc:sldMkLst>
          <pc:docMk/>
          <pc:sldMk cId="144242769" sldId="419"/>
        </pc:sldMkLst>
        <pc:spChg chg="mod">
          <ac:chgData name="Partha Das Chowdhury" userId="18abba20-c126-4283-960d-a4bdad88ce56" providerId="ADAL" clId="{873F8472-BB09-5EFA-A2E3-C64BFEEBCC31}" dt="2026-04-23T10:29:02.501" v="12922" actId="207"/>
          <ac:spMkLst>
            <pc:docMk/>
            <pc:sldMk cId="144242769" sldId="419"/>
            <ac:spMk id="3" creationId="{2610AB4F-9A69-68E7-79C5-819DD3D61392}"/>
          </ac:spMkLst>
        </pc:spChg>
        <pc:spChg chg="del">
          <ac:chgData name="Partha Das Chowdhury" userId="18abba20-c126-4283-960d-a4bdad88ce56" providerId="ADAL" clId="{873F8472-BB09-5EFA-A2E3-C64BFEEBCC31}" dt="2026-04-23T10:28:58.556" v="12920" actId="478"/>
          <ac:spMkLst>
            <pc:docMk/>
            <pc:sldMk cId="144242769" sldId="419"/>
            <ac:spMk id="8" creationId="{F8538CAF-3D33-4BF8-1B5B-F2BEB2239366}"/>
          </ac:spMkLst>
        </pc:spChg>
        <pc:picChg chg="del">
          <ac:chgData name="Partha Das Chowdhury" userId="18abba20-c126-4283-960d-a4bdad88ce56" providerId="ADAL" clId="{873F8472-BB09-5EFA-A2E3-C64BFEEBCC31}" dt="2026-04-23T10:28:53.042" v="12918" actId="478"/>
          <ac:picMkLst>
            <pc:docMk/>
            <pc:sldMk cId="144242769" sldId="419"/>
            <ac:picMk id="6" creationId="{A534FEFE-FF63-4FC7-4418-022C4FDFFC4B}"/>
          </ac:picMkLst>
        </pc:picChg>
        <pc:cxnChg chg="del">
          <ac:chgData name="Partha Das Chowdhury" userId="18abba20-c126-4283-960d-a4bdad88ce56" providerId="ADAL" clId="{873F8472-BB09-5EFA-A2E3-C64BFEEBCC31}" dt="2026-04-23T10:28:56.442" v="12919" actId="478"/>
          <ac:cxnSpMkLst>
            <pc:docMk/>
            <pc:sldMk cId="144242769" sldId="419"/>
            <ac:cxnSpMk id="7" creationId="{77BCD076-7818-7CA0-12FC-74E2684FE2A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F8785-B118-134F-ACD6-635B8BE7756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05B12-D67F-AB46-9909-9A9800567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4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3E0E-4F31-C0BC-A6A4-676E21345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58F31-210A-D135-52A1-4159AE6B7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2B4C3-8149-842D-D02E-DD4AA00C6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CF6DD-3424-7E94-A31F-2D1FB958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39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906BB-C330-4D3A-9BB7-17A06341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AD00B-FA7B-C07F-39F3-BF190BAAC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3E416-0B35-801A-F3DE-21268CB0B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E35E8-0EB7-ED4E-5956-0734061AA4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35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3B3C0-2D39-D941-1337-E062A983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53E7A-A20C-2F69-B0C7-7D61BA5C6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49D9C-2264-5ED7-2C5E-D26066635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B1564-34D1-FB4D-40D4-60DDFC098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51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6C56-D05B-80FA-4C06-7BC4F57E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6202A-CEBB-C744-6227-F0AAF1B06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BFA3A-8700-9455-91BF-545511D3B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99F72-A8C1-98F4-1DE2-6D2B1641A1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43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43CD7-E9A9-7627-C53D-39A00839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F7B2AF-6103-15FD-DF1B-1110BEC15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A9060-C295-808E-F8AE-BE15835B2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2FEA0-D222-0AC5-02A6-FD20C2BDE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0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2475-8BFC-D55E-9996-4B496A9E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D96DD-C3A7-FA0E-73E4-C856F2634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E1510E-49BB-BDCA-E563-8FDA50275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13BE-9097-921F-C63D-60BBC74BF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3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0F05-E88F-7A34-CBBB-F01192C7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5331B-CBED-2C00-3CF7-2443AB87B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857A7-D3C0-9A28-3BF9-333B1749B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32B28-A70F-B024-1721-8D6E41F6A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35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05B12-D67F-AB46-9909-9A98005674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790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2F36D-3A0B-2DC0-C105-CB7EEA7F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82299-497F-4F30-A534-A57A73DAA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C8995-86B7-05D5-5DE8-ABE9E029C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B20A9-B77A-5D60-683E-DD8B0EFA4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42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661C-4113-BE1F-59C1-69D475B0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2EE9D-A1BC-08DF-4930-0F501A205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09E8A-AC25-CF4E-8305-E6C203F31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72D08-DCDB-1F9B-C1D3-849E64BCC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01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B393-9C50-47ED-D40B-8E3D6F02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D4262-4534-3D16-14D0-D2BFC02B8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E1D19-EC4E-2DC6-D05B-07B7AAF70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07378-7F5B-43B2-E31A-7ABAF2832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01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43DD9-1D3F-A810-F7EE-184D04D0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815B4-3316-2D2D-018C-97436E3FE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8D24F-1DC3-BE4D-B1E9-F26498DA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83DD2-E81E-782C-4992-8A37202DD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692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D934-031F-49CE-96FB-3DFBDEA8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F0832-26AE-F3A6-84B6-ABC505ACA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88BEE-1C27-1128-DF96-DE0AF0B83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034D4-28F7-F290-F41C-8EFD5AA5C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53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28103-9BE7-5AA3-34BE-570CA7AE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F32DB-3A37-9BC8-68FA-0D56C7FE1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1815BD-1E0E-54B4-BED9-804D491C2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20EC1-D86E-1ACA-579B-94695F531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7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405B12-D67F-AB46-9909-9A980056747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7677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A378-3910-AC98-0F96-26FD834F1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F370F-A4FA-EC01-1679-B4527465E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73DE3-37AD-D308-BF9F-C6B59DD54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5FEB7-921A-196D-A7CB-E5A4A3DB0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066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35A93-F528-846E-81BB-ED4D80085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ADB2D-74F0-BE9A-4B18-8C9BEF0C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9CA07B-AFF6-ADF3-215B-9BF047FDA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3B3E9-89F8-A9F2-0F6C-7C0F0ED9A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71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FF0F-FBA6-1E53-BD37-DECF6E5A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563C6-7E78-177F-82F0-B0C66A5DD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B65B0-6171-F696-F96B-D780AD443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1AA57-D6BE-85ED-D2DB-B49382050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8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530F6-FC70-7F92-CEBA-8D800373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7AF53-49F6-ED00-A8BD-5360D68D8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18749-A45D-ADCE-A39D-A070EC74B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9A711-239E-28F6-50C1-83D3F714A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832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4001-D06A-E4AB-E39E-763A74D4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74677-59B9-0A24-2D6E-2DA80108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8F262-1C21-101B-BC96-3DE215CAB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0FE6C-9AC0-D072-D493-49872BF2C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36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05CF-D14A-0B30-BA6D-14359157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ED2D8-49A3-80A0-8537-F45DD595D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E2FB1-E76F-7BDD-2F3E-ED9076B74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1F8AA-3A1E-B81A-75B7-8474F7DE4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42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DF56-FD44-3DB4-3994-50506E25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DA661-D1F9-2428-7C5A-DC6796DD5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4CB65-3C71-DFA8-43AB-AFEC69F9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02BFC-8DE0-0447-4BAF-B3BEB3667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98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86ED1-6806-17A0-D0BE-263FE1A6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B6903-4840-5F6A-6012-2B8BCC7C7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05E56-6462-A096-E268-4BB57281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6EB81-DBF6-3D7C-7D3E-6C7C9C0A2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428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E3A1-FB47-679E-7D7D-377516D7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2B6359-3D17-B21C-61B7-6C09D21A9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899CB-3BE3-12BB-8649-ED92E5263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5BB32-254E-ACD9-3A68-C00BA4BEE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38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A91CC-5011-BEA4-11BA-8B550DD1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A3CBB-659A-A383-E817-F2C205830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647B6-3925-392D-9AE2-65B520F7F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9E319-0C6E-E5BF-6AF7-316965E03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502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19B30-316D-4619-22A5-53FF1533E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CA358-8FE1-96FC-DD6B-002720484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E3F57-F44C-74C2-F914-66D1E6F61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D1E0B-F6DF-5009-1F92-81016B0AE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264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963F-2FA9-2CC6-FB87-2BB9C9FA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262A3-ADDC-D129-AD03-5CFA532D8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C38622-7420-F701-3E17-3F5C9F63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582B8-A7B1-E2AA-3523-A5C9FF1DC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18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95F6-E631-4551-D106-78B4F9D92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133B3-BFD7-921A-9306-A4B3B4270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8DA35-D2D2-21C3-FCFC-AFE75A348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C08D7-6C2C-1268-730B-92E4859C2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034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78456-A50F-83D1-D9AC-5DB5A8F0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81F41-1ECF-86AC-1C2F-F47EC4D6D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543D-5FEF-97E3-7071-797D688B3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32BD9-51FF-88D5-8AFA-8D129B224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0393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C068-AABF-E313-7353-0A5001E82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E4133-341F-60D1-C605-5DF9AD7F6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D87CEB-17AD-99FE-E4F1-4E87C320A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11711-E65A-77A9-8F11-1BD8A40D1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57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C2CB0-DCB7-1402-3EBE-7F95F88C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32AB9-C85C-35A5-E3D6-C6A4E52A8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50CBD-A0F9-721E-24DE-2A86FC336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7F9E1-A90C-87AB-8C64-8117EE49B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26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D6EE-C4D6-2211-48EE-86FBF52CF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0F48F-715D-8721-EE55-D43DB9A40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E47DA7-42EA-7F40-D50B-CA17B431C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16684-F31E-9FA9-B4C9-2030FF5B6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506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92F0-EF75-0CC6-5773-292CA491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51383-21F1-2DB3-0F8E-AE5651D3F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00AC9-640E-5321-EB47-915A47151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E4679-6A01-3E63-CB15-A138711C8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097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89A3B-231D-6400-6E46-748F46FA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E4341D-3108-DF2B-A529-C10B572BA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BF789-4485-FB0A-6216-FF54C6FC5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22642-EEF6-522E-F56E-E6F9F1556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750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3C53-7E87-3274-D519-313F89CE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80D14-89D0-46D0-D876-34819BD89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6E358-F942-6B31-2A07-C20FFA08BF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A3D70-FC1E-3195-5F8B-5ED31E0C9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188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431FE-AC46-6B70-A388-445D15D7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22F1B-D8B4-D330-5AA8-6FCF94897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8718F-CC6C-8762-53F2-1F7D55441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6AA79-4493-799F-D036-4AFA75F55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836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91706-03A4-02A7-B99B-66DB8681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3E9C4D-4E0C-D518-0C3E-F6036142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D7BCF-D9B8-07B3-32D8-7442EBE43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9B2E1-8C00-9E49-958D-EC9B5D60F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16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A804-52C1-82A1-BA30-94029752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A4AC8-DE47-DC4F-C80C-B460D7F63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DE7B2-FA47-1B5D-3C3F-2D974DD60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C1AF4-5A6A-D893-56DA-95FA6EC41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5783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4F8B-6EF9-03D5-0DE9-2C4B71B2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739D16-8E49-391E-C169-94F9A3405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F09C4-7B10-47E5-0C7E-7A23AAF07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3803D-0E4A-4D0F-CC99-E55A99BF2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671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EF919-1F5A-4DDA-A7C3-3D849F1FC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64465-F7FC-AC11-00D3-9CD3DA658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424DD-5FD2-BA0D-2ABC-75FC3556B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1CA94-5791-E8B1-A96E-6A5142528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361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1295-112E-19D3-0F03-14A5CE193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CB521-6D2E-F581-D0F8-AC6145F7D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E9B3B-8B76-23D5-6069-908FF6AA2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DE8CC-5CB2-DAF8-C669-A1E531EC4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713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D0BD-64E1-C941-8CC0-F1164CA7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1EC9D-E446-0E57-7E9F-5EF3A67D3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E8201-A945-4090-7CC4-1443258DE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7EC91-AC89-07EA-1BE4-712E74F35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256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B303-A3F0-B076-2669-D742A2AF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DE7CD-3B80-564F-B29C-1D5F651EE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DC7D1-AD76-77BF-314C-4841200B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4F86D-DFB9-0EB5-1CE1-A1A5A6014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293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B7DCC-F037-F39D-0DFA-3264791C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FE067E-FE06-8A07-6104-DAE49B063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BCA58-89CB-E406-9C75-1FB4A2A2C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1DF47-4EAA-EBE4-F4CE-F9B7D222E2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67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08B8-216A-6B58-0C64-37ACC203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66F16-3633-06DE-82C4-6317994E5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EA865-6C0E-403F-7882-22F7B607F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83B39-0932-B7C3-1C97-3FD004343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932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D53B4-BE51-7EA5-69A6-01EB5DE7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4AF2D-32E2-0C34-73F3-3CC8FB537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A4591-3E74-3D1D-AB42-4E4F7D937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C5874-47B9-3E93-30B0-00A1AA0B6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226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E1ED-3A45-9BEE-0272-2A662274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A3DA57-4854-FC69-9C4B-F5E83FB48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42AE5-AD8E-61D8-A14D-F7B59A8E8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73031-1BD6-5A83-9303-7B5B8785F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904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D0ADC-E173-CC79-CFE7-5E2DCDCB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B3363-9E90-0A6A-AB9D-237891A8F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01884-4709-2FBE-4046-354911371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B123F-868F-55A6-F5D9-E7166B582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831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D0987-E89E-ECA3-587A-AA1FF25D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97791-D518-C9BB-98B7-6D394F351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9CF0A-C545-C398-B69C-0CE93AFE4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9882D-83B9-CC7C-FAA7-20F3CF600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7497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23C5-447A-65C9-CF99-41FFAC6D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F07C6-24BD-3D0C-D389-356354026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5836E-5DF6-B079-AECE-479BCE36E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8BDE1-EF8F-DE8B-033F-9BFC0644C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72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B717-8506-6945-CD66-6618A123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C3C57-248C-BCCB-1E15-EA4810100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43760-E9A7-CFAE-C94D-A62D265B4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CF074-4CDD-FE73-83EF-4FCEDA48C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214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F8F55-C4D6-544C-B54F-566BD852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89784-E876-9AB8-0B78-D856D55AB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0631F-5468-DDF1-67C6-533B07240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6FDC-39E6-A3B2-68E4-F4217EBAF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62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8367A-AC95-8462-A92A-D646FFD5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C0D11-761D-DBC7-B8D0-103A8D092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105F0-D8F3-F488-EA99-D0A7CA61D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933C-3678-D627-1390-6A61031CB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081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6465-788E-AF0A-5A0F-12D5B057B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3FEC7E-0A24-6424-4857-564F06696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833AC-0B22-1681-A68E-42A5BD14E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5FE77-7FA1-7982-7DA9-F5F10C88A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42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7A61-A580-05BE-C43D-F55D1B7E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DFD25-83F5-582F-D460-2EF385199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412F9-E68E-5B4A-3ACF-1E43E9455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5D9DF-BEF4-2180-0D80-6507D5E5E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9242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0E69-0116-1AB7-9ECC-677B62A6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FC9D0-F5DE-40E0-4150-FB25ACE73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9DA89-4EE7-6358-D951-DA1C1C244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20E92-9B74-42B9-85C6-99BA5317A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2240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E887-48A5-E23A-2CB5-DDFC5527D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CD4B3-4E44-CDF3-9ABC-475596650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07C67-A345-BFD1-715E-8759464CB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0C16F-7A8F-7406-BF37-F05607149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0412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4CC1-0925-D541-045D-9B47E0CF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D5A9A-149A-A8CE-F89E-E2A8F157F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295B4-11D8-E3EE-A14E-0258FCD60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0C1B3-90D0-C856-7BA7-41863B365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8052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EBE01-EF02-2886-34FD-65317F1D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2AF1E-C736-D172-9073-9DE3FFCF4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A4471-76C5-EDF0-1D36-039225FCA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BF155-8878-2C34-A70E-441F96AEE3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0251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3F0B6-3233-E936-A041-DBF5ABAA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2D3E3-E917-4548-7F62-93B7A4B55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37AFC-BC2D-EB64-D112-ABDEFAEFB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B8916-A6E6-5B30-EE6D-F20360CFA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5151C-58FA-7346-AEBE-61864A6B7BA6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20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E8AB-096D-AE66-363D-21699BAA8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30454-95F3-0011-E6F0-A12E454E0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21899-3E35-7C94-329B-1D6EEB7C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3EB27-044A-B998-D62A-0A31CD3E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81FC-414B-51C2-25ED-A58960B9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0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68B3-E842-B57D-7D7A-AC3A2C3B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F2B2C-E0E6-A47A-6532-6901125FB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D2479-0FA9-CD64-EDC5-B259B0E7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7CA38-A9F1-2434-5F54-E1EB7A9B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CAB51-DCA0-A53B-1DAC-8831ED41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DF85-E50C-F69B-E3CF-5B68A9A3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89B65-9995-EBC7-FD27-19D123C7B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39B0-EDC5-A78F-30B0-1C9257D5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3C216-6E57-F495-44AA-F871A3BB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1E681-4095-2280-37A0-DC70FD65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D5C4-47DA-13F1-E106-3D4AAAF1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33AC-66EC-6E57-E36B-943FDFAC8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F8F4C-6952-10C6-D50D-3BAF91E02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32210-AD2E-8000-2410-2DF2FA59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E24E2-FFB2-5CC5-C814-BFCD4BBA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0C2BB-22A0-1229-3ACA-24072B18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3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CFAB-66ED-F48D-95A3-675929EB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F806F-20D5-AF0F-AEA3-E63C2768D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F4935-4840-1217-BF82-D603B19E2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B6D82-2A4E-F04A-8B93-F7B046D5E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9792F-31F1-AECA-FE19-DD48AF0F7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5536B-8126-42A3-3E74-DDBA5E87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042D59-29FC-2995-AC41-CAD4F48C9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8DCD6-36A3-9EEC-867F-9C3C61C0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1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C94F-21F2-C3ED-C8E4-EE2D2109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D41B2-AD28-4290-E120-31E8730A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6AD0C-3546-E5F7-A4CC-1F8E42120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F74E3F-CEBD-73F6-1ED2-E4D84863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D0E22-3390-F66F-BA43-3DAFEE797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84D64-B9CD-47DB-D384-7FE4E7D1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BC4D5-242E-2DF5-937F-05A1E82B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40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600E-40B5-0CCE-1A95-77F7BC20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B2868-CC56-07F8-3B66-8650F4A0C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AABCC1-4799-7B22-FD3C-1EA2F8581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166F1-7641-5596-2A1A-A6EDF1906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89B65-7EDC-8BDA-3258-7E863048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3A04A-381D-C632-C00E-B04476B7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9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F5DA-D173-3C5E-8CD3-57A489A48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935CC9-51EA-FCEC-BD54-D7BCEDFB6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D2834-1736-543B-17D8-8065C3E97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B3CB-666B-C602-3FFF-920C22C2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3820F-3D8B-4A38-9D49-182B0EA7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8B683-ABDE-ABE8-795F-B32C8A989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4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3B5F-46E8-248F-8DDC-ED2A84A6E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704C2-BE72-4139-84E6-5E4998DD1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E7803-4716-43BB-353B-1851B2E4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78EF-E2C8-D2C1-751C-8FDF6801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EF95E-6368-04E6-9F16-A1A8DB43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1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B568C-B9DF-D4D0-EA0B-9C0B72C84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0114F-1E00-EB0F-DCB7-807FAB4B7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A1230-A45B-922D-EBAE-81F20BEB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6931B-E2DC-0912-242F-1CB65A2B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E8376-04FB-7173-5CF9-A6A089AF8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7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927B62-9528-F8FC-CBE2-D3899120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7EFBF-367D-9AF0-5DA6-8D749EA78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6DA6C-AC82-9571-A3A3-FA8362BCE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DE6C2-E85A-4649-8414-A8F19DA1AE99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0BA9C-A6E2-88DB-E805-ABCFE770C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CD1CA-2FAE-E6EC-191D-E9CC42379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D3B22-7371-0F45-8F70-051CF67B5F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49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D378-4F8C-B96D-8D5F-901B4E398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33838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6600" dirty="0">
                <a:latin typeface="Rockwell" panose="02060603020205020403" pitchFamily="18" charset="77"/>
              </a:rPr>
              <a:t>Software Security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1A653-8051-1991-7D01-AA7C52E55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552659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Partha Das Chowdhury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A7C59FD-C370-7E89-A448-57DB04B96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3908" y="674754"/>
            <a:ext cx="6439588" cy="257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37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87BF-0691-E731-7E38-8668FAB0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5C9DD0-A7B0-5D70-3D8B-9BD5DC907DBD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E8D5E620-78A7-E294-824A-35BC813E5D5C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40079F8-9EE9-61A2-5194-385F3BADC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5290EEC-7DB2-B91A-D56E-10BA9E8A358E}"/>
              </a:ext>
            </a:extLst>
          </p:cNvPr>
          <p:cNvSpPr txBox="1">
            <a:spLocks/>
          </p:cNvSpPr>
          <p:nvPr/>
        </p:nvSpPr>
        <p:spPr>
          <a:xfrm>
            <a:off x="379352" y="1515841"/>
            <a:ext cx="1440981" cy="5355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FF0000"/>
                </a:solidFill>
                <a:latin typeface="Rockwell" panose="02060603020205020403" pitchFamily="18" charset="77"/>
              </a:rPr>
              <a:t>So far</a:t>
            </a:r>
            <a:endParaRPr lang="en-US" sz="3200" dirty="0">
              <a:latin typeface="Rockwell" panose="02060603020205020403" pitchFamily="18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6C326-554C-C90A-F9A0-3C0903D9BCA3}"/>
              </a:ext>
            </a:extLst>
          </p:cNvPr>
          <p:cNvSpPr txBox="1"/>
          <p:nvPr/>
        </p:nvSpPr>
        <p:spPr>
          <a:xfrm>
            <a:off x="6877268" y="2249100"/>
            <a:ext cx="42841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Software supply chain attacks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Log4j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Abstract syntax tree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Building parsers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Software side channels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Spectre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Meltdown</a:t>
            </a:r>
          </a:p>
          <a:p>
            <a:pPr marL="800100" lvl="1" indent="-342900">
              <a:buFontTx/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Constructing test cases for a secure pipeline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Code coverage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Mutation tests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5C0A-0919-0FD4-B577-3B6687520718}"/>
              </a:ext>
            </a:extLst>
          </p:cNvPr>
          <p:cNvSpPr txBox="1"/>
          <p:nvPr/>
        </p:nvSpPr>
        <p:spPr>
          <a:xfrm>
            <a:off x="609600" y="2387600"/>
            <a:ext cx="42841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Working with gdb, stack and assembly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Spatial memory safety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Reverse Engineering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Malware Analysis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Strings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Yara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Controlled execution using gdb</a:t>
            </a:r>
          </a:p>
          <a:p>
            <a:pPr marL="800100" lvl="1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Static and dynamic analysis in Windows environment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0455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70C4-CAF9-9A50-3202-A1EEBE7E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3FF375-6350-F2F5-9AC6-D465185B76B4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115DC89A-E88D-ECA6-C765-AE3816F328F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F299871-8B6B-29F1-1C57-6244E7788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339E64-DABF-70C1-1BA1-5325290E7274}"/>
              </a:ext>
            </a:extLst>
          </p:cNvPr>
          <p:cNvSpPr txBox="1"/>
          <p:nvPr/>
        </p:nvSpPr>
        <p:spPr>
          <a:xfrm>
            <a:off x="687104" y="1892645"/>
            <a:ext cx="91558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Waking up exercise: There is a code legacy-debt.py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Can you do a security debt audit.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focus is not just on what is bad, but what will incur GDPR fine in millions.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Can you see someone else’s SSN without knowing their id?</a:t>
            </a:r>
          </a:p>
          <a:p>
            <a:endParaRPr lang="en-US" dirty="0">
              <a:latin typeface="Rockwell" panose="02060603020205020403" pitchFamily="18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19BB94-6766-07FC-B325-E6BED162D29F}"/>
              </a:ext>
            </a:extLst>
          </p:cNvPr>
          <p:cNvSpPr txBox="1"/>
          <p:nvPr/>
        </p:nvSpPr>
        <p:spPr>
          <a:xfrm>
            <a:off x="575953" y="676894"/>
            <a:ext cx="3568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77"/>
              </a:rPr>
              <a:t>“Laws of the land”</a:t>
            </a:r>
          </a:p>
        </p:txBody>
      </p:sp>
    </p:spTree>
    <p:extLst>
      <p:ext uri="{BB962C8B-B14F-4D97-AF65-F5344CB8AC3E}">
        <p14:creationId xmlns:p14="http://schemas.microsoft.com/office/powerpoint/2010/main" val="364397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E0FD-C4AD-4118-A780-63D4F90C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680D27-8111-2014-0FA6-A8CF76C9BEB5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52B62190-DB0D-C28B-072B-7AB595E16718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EA27F63-393D-7921-7D38-6B461E14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EE134F-5331-149F-B02B-06BAB538C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63" y="1671666"/>
            <a:ext cx="10363663" cy="27306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32E04A-720A-0BB2-DD9D-4CC7A532DAFA}"/>
              </a:ext>
            </a:extLst>
          </p:cNvPr>
          <p:cNvSpPr txBox="1"/>
          <p:nvPr/>
        </p:nvSpPr>
        <p:spPr>
          <a:xfrm>
            <a:off x="166082" y="769787"/>
            <a:ext cx="4981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77"/>
              </a:rPr>
              <a:t>30 minutes for this task</a:t>
            </a:r>
          </a:p>
        </p:txBody>
      </p:sp>
    </p:spTree>
    <p:extLst>
      <p:ext uri="{BB962C8B-B14F-4D97-AF65-F5344CB8AC3E}">
        <p14:creationId xmlns:p14="http://schemas.microsoft.com/office/powerpoint/2010/main" val="35231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7CBCC-80DC-58DA-6A70-D9C811B8D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F43BF1CD-F5CE-8722-18E9-04AC892D5F15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7C2D25D-81BF-EE98-83DB-4D73180C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697186-6D59-2029-109A-781B9EF0E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127" y="1485767"/>
            <a:ext cx="8751806" cy="3127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38B664-44CC-82FF-E98C-4BC999CCFE02}"/>
              </a:ext>
            </a:extLst>
          </p:cNvPr>
          <p:cNvSpPr txBox="1"/>
          <p:nvPr/>
        </p:nvSpPr>
        <p:spPr>
          <a:xfrm>
            <a:off x="2463679" y="6152071"/>
            <a:ext cx="8517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https://www.sciencedirect.com/science/article/pii/S0167404823001013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99872-1C4F-F983-383C-DD8FEEA9DA8B}"/>
              </a:ext>
            </a:extLst>
          </p:cNvPr>
          <p:cNvSpPr txBox="1"/>
          <p:nvPr/>
        </p:nvSpPr>
        <p:spPr>
          <a:xfrm>
            <a:off x="753534" y="5663163"/>
            <a:ext cx="11311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We refer to this paper in the context of Godel’s theorem while covering Computers and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38086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B893-5431-2DCC-9AFE-0AEAF2CC6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16D89245-34F6-96A9-D340-2FC2942386A8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1BEE18D-421B-6E4C-F634-6C7C09B37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10352B-FAE8-2CA1-520C-4884BD0B2554}"/>
              </a:ext>
            </a:extLst>
          </p:cNvPr>
          <p:cNvSpPr txBox="1"/>
          <p:nvPr/>
        </p:nvSpPr>
        <p:spPr>
          <a:xfrm>
            <a:off x="279401" y="708232"/>
            <a:ext cx="7601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The state of play with software systems.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ACD51-B0AD-551E-1141-68A3E8715840}"/>
              </a:ext>
            </a:extLst>
          </p:cNvPr>
          <p:cNvSpPr txBox="1"/>
          <p:nvPr/>
        </p:nvSpPr>
        <p:spPr>
          <a:xfrm>
            <a:off x="3697757" y="4809583"/>
            <a:ext cx="41826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77"/>
              </a:rPr>
              <a:t>This is from Bruce Schneier. </a:t>
            </a:r>
          </a:p>
          <a:p>
            <a:r>
              <a:rPr lang="en-US" sz="2000" dirty="0">
                <a:latin typeface="Rockwell" panose="02060603020205020403" pitchFamily="18" charset="77"/>
              </a:rPr>
              <a:t>We will come back to this shortly.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E4973F-8B8A-3946-BA67-A9354941D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550" y="2625135"/>
            <a:ext cx="8973850" cy="118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246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3CC5-3DF5-71B1-CEAA-47A57642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5CCB83CE-444C-7F9C-F462-E8C2D0A087AE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5D11951-5CC4-BA82-4C01-8C156A161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748B4-FC0E-6475-4C87-E295738395BE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What is a vulnerability?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9C071-7347-CD60-8BE8-D9569F5D2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950" y="2552700"/>
            <a:ext cx="7772400" cy="220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52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E820-856C-EEF0-828B-5B357C73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907BD7C4-45E4-ED58-B0E5-F36434F67358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D487FAA-D304-F6B6-3FFF-E4504C91E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78D259-D205-DEB6-7D02-A8CDECE3D66B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Security policy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2A1D06-8DB0-330A-B4CF-8F8771BB1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6" y="2823633"/>
            <a:ext cx="5413920" cy="1534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0E5B7A-21D4-4E54-1DC2-E76AFF63CF3D}"/>
              </a:ext>
            </a:extLst>
          </p:cNvPr>
          <p:cNvSpPr txBox="1"/>
          <p:nvPr/>
        </p:nvSpPr>
        <p:spPr>
          <a:xfrm>
            <a:off x="5926668" y="2482903"/>
            <a:ext cx="60113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Security policies are not fixed.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They depend on context and change with time and space.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They should change. (We have shown this in the context of E2EE messaging applications.) 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point is not to blame the system designer, but the threat landscape is ever evolving (next slide).</a:t>
            </a:r>
          </a:p>
        </p:txBody>
      </p:sp>
    </p:spTree>
    <p:extLst>
      <p:ext uri="{BB962C8B-B14F-4D97-AF65-F5344CB8AC3E}">
        <p14:creationId xmlns:p14="http://schemas.microsoft.com/office/powerpoint/2010/main" val="173742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5B4758-C7E7-CB04-57CC-F8ADBE01EA89}"/>
              </a:ext>
            </a:extLst>
          </p:cNvPr>
          <p:cNvSpPr txBox="1"/>
          <p:nvPr/>
        </p:nvSpPr>
        <p:spPr>
          <a:xfrm>
            <a:off x="1455496" y="6067971"/>
            <a:ext cx="9765915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67" dirty="0">
                <a:latin typeface="Rockwell" panose="02060603020205020403" pitchFamily="18" charset="77"/>
              </a:rPr>
              <a:t>1970s – Needham Schroeder’ s Authentication mechanism on Alto at Xerox PARC</a:t>
            </a:r>
          </a:p>
        </p:txBody>
      </p:sp>
      <p:pic>
        <p:nvPicPr>
          <p:cNvPr id="10" name="Picture 9" descr="A computer with a monitor on top of it&#10;&#10;Description automatically generated">
            <a:extLst>
              <a:ext uri="{FF2B5EF4-FFF2-40B4-BE49-F238E27FC236}">
                <a16:creationId xmlns:a16="http://schemas.microsoft.com/office/drawing/2014/main" id="{C4963FBA-CD60-49C4-DECB-969CA7983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070" y="1871132"/>
            <a:ext cx="2980529" cy="3974039"/>
          </a:xfrm>
          <a:prstGeom prst="rect">
            <a:avLst/>
          </a:prstGeom>
        </p:spPr>
      </p:pic>
      <p:sp>
        <p:nvSpPr>
          <p:cNvPr id="7" name="Line 3">
            <a:extLst>
              <a:ext uri="{FF2B5EF4-FFF2-40B4-BE49-F238E27FC236}">
                <a16:creationId xmlns:a16="http://schemas.microsoft.com/office/drawing/2014/main" id="{B7A4A9B8-49EC-7AEC-5C27-AF241145C40B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B09918C-8F0A-A2DB-138B-90BDA4361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78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84164-FAFB-49FD-B460-329E217C63D4}"/>
              </a:ext>
            </a:extLst>
          </p:cNvPr>
          <p:cNvSpPr txBox="1"/>
          <p:nvPr/>
        </p:nvSpPr>
        <p:spPr>
          <a:xfrm>
            <a:off x="143215" y="574418"/>
            <a:ext cx="6116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defRPr/>
            </a:pPr>
            <a:r>
              <a:rPr lang="en-GB" sz="2800" dirty="0">
                <a:latin typeface="Rockwell" panose="02060603020205020403" pitchFamily="18" charset="77"/>
              </a:rPr>
              <a:t>Things we proved safe…</a:t>
            </a:r>
            <a:endParaRPr lang="en-GB" sz="2800" baseline="30000" dirty="0">
              <a:latin typeface="Rockwell" panose="02060603020205020403" pitchFamily="18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039AD1-6125-FA3D-895E-813BCCE83215}"/>
              </a:ext>
            </a:extLst>
          </p:cNvPr>
          <p:cNvSpPr txBox="1"/>
          <p:nvPr/>
        </p:nvSpPr>
        <p:spPr>
          <a:xfrm>
            <a:off x="224631" y="1802523"/>
            <a:ext cx="117424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Mihir Bellare &amp; Phil Rogaway proved OAEP as secure.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Victor Shroup found a gap in the proof and that it worked ‘by accident’ only for RSA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Larry Paulson proved SSL\TLS to be secure in 1999. 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We have seen ciphersuite downgrade attacks, timing attacks &amp; Bleichenbacker attack.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IBM 4758 was evaluated to FIPS-140 level 4 and was thought to be ‘unhackable’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Mike Bond and Jolyon Clulow came up with attacks.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This is an interesting example where the hardware was secure, but the software was not. ( This was known to IBM).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Mihir Bellare et. al. proved SSH’s use of symmetric crypto was secure.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200" dirty="0">
                <a:latin typeface="Rockwell" panose="02060603020205020403" pitchFamily="18" charset="77"/>
              </a:rPr>
              <a:t>Martin Albrecht, Kenny Paterson and Gaven Watson found holes in the use. (The length field was not in the model.)</a:t>
            </a: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6366758A-EDDA-463C-85CB-374787A0FC9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00DAD01-C322-4886-7B65-DD5ACF032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3698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xkcd: Security">
            <a:extLst>
              <a:ext uri="{FF2B5EF4-FFF2-40B4-BE49-F238E27FC236}">
                <a16:creationId xmlns:a16="http://schemas.microsoft.com/office/drawing/2014/main" id="{324A667D-EFAA-EAFA-F0B5-E84D4055F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794" y="1109134"/>
            <a:ext cx="7586133" cy="463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813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7F67-8B7A-10ED-6F33-897DC100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">
            <a:extLst>
              <a:ext uri="{FF2B5EF4-FFF2-40B4-BE49-F238E27FC236}">
                <a16:creationId xmlns:a16="http://schemas.microsoft.com/office/drawing/2014/main" id="{286BFF7F-19E8-BB5E-0EB0-DE949CC59AA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A065061-24B1-EF5E-B33E-60861E1D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8CB17-DFB9-0DF2-2927-659C194EA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13" y="1580565"/>
            <a:ext cx="7772400" cy="25358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A1B42D-3C73-D3AB-C925-C1929A158575}"/>
              </a:ext>
            </a:extLst>
          </p:cNvPr>
          <p:cNvSpPr txBox="1"/>
          <p:nvPr/>
        </p:nvSpPr>
        <p:spPr>
          <a:xfrm>
            <a:off x="2349308" y="6266286"/>
            <a:ext cx="6900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https://</a:t>
            </a:r>
            <a:r>
              <a:rPr lang="en-US" dirty="0" err="1">
                <a:solidFill>
                  <a:srgbClr val="FF0000"/>
                </a:solidFill>
                <a:latin typeface="Comic Sans MS" panose="030F0902030302020204" pitchFamily="66" charset="0"/>
              </a:rPr>
              <a:t>onlinelibrary.wiley.com</a:t>
            </a:r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/</a:t>
            </a:r>
            <a:r>
              <a:rPr lang="en-US" dirty="0" err="1">
                <a:solidFill>
                  <a:srgbClr val="FF0000"/>
                </a:solidFill>
                <a:latin typeface="Comic Sans MS" panose="030F0902030302020204" pitchFamily="66" charset="0"/>
              </a:rPr>
              <a:t>doi</a:t>
            </a:r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/</a:t>
            </a:r>
            <a:r>
              <a:rPr lang="en-US" dirty="0" err="1">
                <a:solidFill>
                  <a:srgbClr val="FF0000"/>
                </a:solidFill>
                <a:latin typeface="Comic Sans MS" panose="030F0902030302020204" pitchFamily="66" charset="0"/>
              </a:rPr>
              <a:t>epdf</a:t>
            </a:r>
            <a:r>
              <a:rPr lang="en-US" dirty="0">
                <a:solidFill>
                  <a:srgbClr val="FF0000"/>
                </a:solidFill>
                <a:latin typeface="Comic Sans MS" panose="030F0902030302020204" pitchFamily="66" charset="0"/>
              </a:rPr>
              <a:t>/10.1002/spe.3341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13D4A-AD1B-3B72-0A1E-92E21BD810EC}"/>
              </a:ext>
            </a:extLst>
          </p:cNvPr>
          <p:cNvSpPr txBox="1"/>
          <p:nvPr/>
        </p:nvSpPr>
        <p:spPr>
          <a:xfrm>
            <a:off x="324219" y="591714"/>
            <a:ext cx="5554049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3733" dirty="0">
                <a:latin typeface="Rockwell" panose="02060603020205020403" pitchFamily="18" charset="77"/>
              </a:rPr>
              <a:t>Threats are not static</a:t>
            </a:r>
            <a:endParaRPr lang="en-GB" sz="3733" baseline="30000" dirty="0">
              <a:latin typeface="Rockwell" panose="02060603020205020403" pitchFamily="18" charset="77"/>
            </a:endParaRPr>
          </a:p>
        </p:txBody>
      </p:sp>
      <p:pic>
        <p:nvPicPr>
          <p:cNvPr id="14" name="Picture 13" descr="A picture containing font, logo, graphics, white&#10;&#10;Description automatically generated">
            <a:extLst>
              <a:ext uri="{FF2B5EF4-FFF2-40B4-BE49-F238E27FC236}">
                <a16:creationId xmlns:a16="http://schemas.microsoft.com/office/drawing/2014/main" id="{05395A88-539A-A944-29A0-474C03A0B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876" y="1442475"/>
            <a:ext cx="1435904" cy="483171"/>
          </a:xfrm>
          <a:prstGeom prst="rect">
            <a:avLst/>
          </a:prstGeom>
        </p:spPr>
      </p:pic>
      <p:pic>
        <p:nvPicPr>
          <p:cNvPr id="15" name="Picture 14" descr="A green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461A0B9F-A8AC-EEEF-750F-619C62163F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567" y="3284295"/>
            <a:ext cx="1379580" cy="527708"/>
          </a:xfrm>
          <a:prstGeom prst="rect">
            <a:avLst/>
          </a:prstGeom>
        </p:spPr>
      </p:pic>
      <p:pic>
        <p:nvPicPr>
          <p:cNvPr id="16" name="Picture 15" descr="A logo of a telegram&#10;&#10;Description automatically generated with low confidence">
            <a:extLst>
              <a:ext uri="{FF2B5EF4-FFF2-40B4-BE49-F238E27FC236}">
                <a16:creationId xmlns:a16="http://schemas.microsoft.com/office/drawing/2014/main" id="{BEE78AB6-57BD-8B97-8DAB-7A9075286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3477" y="4112289"/>
            <a:ext cx="1340670" cy="941794"/>
          </a:xfrm>
          <a:prstGeom prst="rect">
            <a:avLst/>
          </a:prstGeom>
        </p:spPr>
      </p:pic>
      <p:pic>
        <p:nvPicPr>
          <p:cNvPr id="17" name="Picture 16" descr="A black text on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57C0A99C-561D-0D8B-8FBE-9E1771EE08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453" y="2622437"/>
            <a:ext cx="1581808" cy="510022"/>
          </a:xfrm>
          <a:prstGeom prst="rect">
            <a:avLst/>
          </a:prstGeom>
        </p:spPr>
      </p:pic>
      <p:pic>
        <p:nvPicPr>
          <p:cNvPr id="18" name="Picture 17" descr="A white text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4F186A91-BE3D-ADD6-4761-63738708DD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934" y="2043477"/>
            <a:ext cx="1184846" cy="461129"/>
          </a:xfrm>
          <a:prstGeom prst="rect">
            <a:avLst/>
          </a:prstGeom>
        </p:spPr>
      </p:pic>
      <p:pic>
        <p:nvPicPr>
          <p:cNvPr id="19" name="Picture 18" descr="A phone in a chat bubble&#10;&#10;Description automatically generated with low confidence">
            <a:extLst>
              <a:ext uri="{FF2B5EF4-FFF2-40B4-BE49-F238E27FC236}">
                <a16:creationId xmlns:a16="http://schemas.microsoft.com/office/drawing/2014/main" id="{1B67D809-B9FF-C3A6-719A-2190788609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943" y="5335645"/>
            <a:ext cx="714805" cy="5277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4A4BF2-3814-843D-4B59-3D688444ED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211" y="5924721"/>
            <a:ext cx="1581807" cy="4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9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85C6-78C7-9908-8372-B70EC23F7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158C06-820A-6DCB-E9C1-5E3B5FE2733C}"/>
              </a:ext>
            </a:extLst>
          </p:cNvPr>
          <p:cNvSpPr txBox="1"/>
          <p:nvPr/>
        </p:nvSpPr>
        <p:spPr>
          <a:xfrm>
            <a:off x="59267" y="645090"/>
            <a:ext cx="7918995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Scoping to often to protect human rights.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619760F-12A9-4213-5E2B-4736E77B4A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6911" y="1335202"/>
            <a:ext cx="3073548" cy="4877708"/>
          </a:xfrm>
          <a:prstGeom prst="rect">
            <a:avLst/>
          </a:prstGeom>
        </p:spPr>
      </p:pic>
      <p:sp>
        <p:nvSpPr>
          <p:cNvPr id="2" name="Line 3">
            <a:extLst>
              <a:ext uri="{FF2B5EF4-FFF2-40B4-BE49-F238E27FC236}">
                <a16:creationId xmlns:a16="http://schemas.microsoft.com/office/drawing/2014/main" id="{4FEFB84A-6966-6A5B-C7FC-737DFDAF38D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9018DD1-0BFE-13AD-55B5-B8502BDA4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775" y="253001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818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866"/>
    </mc:Choice>
    <mc:Fallback xmlns="">
      <p:transition spd="slow" advTm="7086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5F70-D9E7-ABD9-FFAF-5624A3ED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E4F816-CDB9-B3C6-C341-BA693E600693}"/>
              </a:ext>
            </a:extLst>
          </p:cNvPr>
          <p:cNvSpPr txBox="1"/>
          <p:nvPr/>
        </p:nvSpPr>
        <p:spPr>
          <a:xfrm>
            <a:off x="0" y="681272"/>
            <a:ext cx="7918995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Scoping to often to protect human rights.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4D6E09E6-E1C9-C6E4-5EC6-ACE582D91726}"/>
              </a:ext>
            </a:extLst>
          </p:cNvPr>
          <p:cNvSpPr txBox="1"/>
          <p:nvPr/>
        </p:nvSpPr>
        <p:spPr>
          <a:xfrm>
            <a:off x="1283716" y="1910550"/>
            <a:ext cx="9624568" cy="32294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6933">
              <a:spcBef>
                <a:spcPts val="740"/>
              </a:spcBef>
            </a:pP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Threats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due 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to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expanded </a:t>
            </a:r>
            <a:r>
              <a:rPr sz="2667" spc="3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memory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scanning</a:t>
            </a:r>
            <a:endParaRPr sz="2667" dirty="0">
              <a:latin typeface="Rockwell" panose="02060603020205020403" pitchFamily="18" charset="77"/>
              <a:cs typeface="Microsoft Sans Serif"/>
            </a:endParaRPr>
          </a:p>
          <a:p>
            <a:pPr marL="614665" indent="-228594">
              <a:spcBef>
                <a:spcPts val="573"/>
              </a:spcBef>
              <a:buFont typeface="Arial" panose="020B0604020202020204" pitchFamily="34" charset="0"/>
              <a:buChar char="•"/>
            </a:pPr>
            <a:r>
              <a:rPr sz="2133" spc="27" dirty="0">
                <a:latin typeface="Rockwell" panose="02060603020205020403" pitchFamily="18" charset="77"/>
                <a:cs typeface="Microsoft Sans Serif"/>
              </a:rPr>
              <a:t>Where</a:t>
            </a:r>
            <a:r>
              <a:rPr sz="21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are</a:t>
            </a:r>
            <a:r>
              <a:rPr sz="2133" spc="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they</a:t>
            </a:r>
            <a:r>
              <a:rPr sz="2133" spc="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placed?</a:t>
            </a:r>
            <a:endParaRPr sz="2133" dirty="0">
              <a:latin typeface="Rockwell" panose="02060603020205020403" pitchFamily="18" charset="77"/>
              <a:cs typeface="Microsoft Sans Serif"/>
            </a:endParaRPr>
          </a:p>
          <a:p>
            <a:pPr marL="614665" indent="-228594">
              <a:spcBef>
                <a:spcPts val="727"/>
              </a:spcBef>
              <a:buFont typeface="Arial" panose="020B0604020202020204" pitchFamily="34" charset="0"/>
              <a:buChar char="•"/>
            </a:pPr>
            <a:r>
              <a:rPr sz="2133" spc="20" dirty="0">
                <a:latin typeface="Rockwell" panose="02060603020205020403" pitchFamily="18" charset="77"/>
                <a:cs typeface="Microsoft Sans Serif"/>
              </a:rPr>
              <a:t>Users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are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not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responsible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dirty="0">
                <a:latin typeface="Rockwell" panose="02060603020205020403" pitchFamily="18" charset="77"/>
                <a:cs typeface="Microsoft Sans Serif"/>
              </a:rPr>
              <a:t>for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detecting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and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recovering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from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threats.</a:t>
            </a:r>
            <a:endParaRPr sz="2133" dirty="0">
              <a:latin typeface="Rockwell" panose="02060603020205020403" pitchFamily="18" charset="77"/>
              <a:cs typeface="Microsoft Sans Serif"/>
            </a:endParaRPr>
          </a:p>
          <a:p>
            <a:pPr>
              <a:spcBef>
                <a:spcPts val="47"/>
              </a:spcBef>
            </a:pPr>
            <a:endParaRPr sz="1600" dirty="0">
              <a:latin typeface="Rockwell" panose="02060603020205020403" pitchFamily="18" charset="77"/>
              <a:cs typeface="Microsoft Sans Serif"/>
            </a:endParaRPr>
          </a:p>
          <a:p>
            <a:pPr marL="16933">
              <a:spcBef>
                <a:spcPts val="7"/>
              </a:spcBef>
            </a:pP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Threats</a:t>
            </a:r>
            <a:r>
              <a:rPr sz="2667" spc="3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due</a:t>
            </a:r>
            <a:r>
              <a:rPr sz="2667" spc="4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to</a:t>
            </a:r>
            <a:r>
              <a:rPr sz="2667" spc="3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embedding</a:t>
            </a:r>
            <a:r>
              <a:rPr sz="2667" spc="4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tools</a:t>
            </a:r>
            <a:r>
              <a:rPr sz="2667" spc="3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within</a:t>
            </a:r>
            <a:r>
              <a:rPr sz="2667" spc="4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other</a:t>
            </a:r>
            <a:r>
              <a:rPr sz="2667" spc="4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applications</a:t>
            </a:r>
            <a:endParaRPr sz="2667" dirty="0">
              <a:latin typeface="Rockwell" panose="02060603020205020403" pitchFamily="18" charset="77"/>
              <a:cs typeface="Microsoft Sans Serif"/>
            </a:endParaRPr>
          </a:p>
          <a:p>
            <a:pPr marL="614665" marR="6773" indent="-228594">
              <a:lnSpc>
                <a:spcPct val="120400"/>
              </a:lnSpc>
              <a:spcBef>
                <a:spcPts val="267"/>
              </a:spcBef>
              <a:buFont typeface="Arial" panose="020B0604020202020204" pitchFamily="34" charset="0"/>
              <a:buChar char="•"/>
            </a:pPr>
            <a:r>
              <a:rPr sz="2133" spc="20" dirty="0">
                <a:latin typeface="Rockwell" panose="02060603020205020403" pitchFamily="18" charset="77"/>
                <a:cs typeface="Microsoft Sans Serif"/>
              </a:rPr>
              <a:t>Security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&amp;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privacy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permissions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dependent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on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the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goals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and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incentives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of</a:t>
            </a:r>
            <a:r>
              <a:rPr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the </a:t>
            </a:r>
            <a:r>
              <a:rPr sz="2133" spc="-339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embedding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application</a:t>
            </a:r>
            <a:endParaRPr sz="2133" dirty="0">
              <a:latin typeface="Rockwell" panose="02060603020205020403" pitchFamily="18" charset="77"/>
              <a:cs typeface="Microsoft Sans Serif"/>
            </a:endParaRPr>
          </a:p>
          <a:p>
            <a:pPr marL="614665" indent="-228594"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sz="2133" spc="27" dirty="0">
                <a:latin typeface="Rockwell" panose="02060603020205020403" pitchFamily="18" charset="77"/>
                <a:cs typeface="Microsoft Sans Serif"/>
              </a:rPr>
              <a:t>Mandated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backdoor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can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lead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20" dirty="0">
                <a:latin typeface="Rockwell" panose="02060603020205020403" pitchFamily="18" charset="77"/>
                <a:cs typeface="Microsoft Sans Serif"/>
              </a:rPr>
              <a:t>to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interesting</a:t>
            </a:r>
            <a:r>
              <a:rPr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policy</a:t>
            </a:r>
            <a:r>
              <a:rPr sz="2133" spc="27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sz="2133" spc="13" dirty="0">
                <a:latin typeface="Rockwell" panose="02060603020205020403" pitchFamily="18" charset="77"/>
                <a:cs typeface="Microsoft Sans Serif"/>
              </a:rPr>
              <a:t>externalities</a:t>
            </a:r>
            <a:endParaRPr sz="2133" dirty="0">
              <a:latin typeface="Rockwell" panose="02060603020205020403" pitchFamily="18" charset="77"/>
              <a:cs typeface="Microsoft Sans Serif"/>
            </a:endParaRPr>
          </a:p>
        </p:txBody>
      </p:sp>
      <p:sp>
        <p:nvSpPr>
          <p:cNvPr id="3" name="Line 3">
            <a:extLst>
              <a:ext uri="{FF2B5EF4-FFF2-40B4-BE49-F238E27FC236}">
                <a16:creationId xmlns:a16="http://schemas.microsoft.com/office/drawing/2014/main" id="{4AAA6A9E-D4A2-2FB5-0C0F-92F5AE36F022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C6BEB91-4ED9-C7A8-9687-1FFA57612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73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866"/>
    </mc:Choice>
    <mc:Fallback xmlns="">
      <p:transition spd="slow" advTm="7086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1DCE-929A-C3A4-892E-8BAF5310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3F1FA7-6BFC-222F-0D1D-64A053FB5FCE}"/>
              </a:ext>
            </a:extLst>
          </p:cNvPr>
          <p:cNvSpPr txBox="1"/>
          <p:nvPr/>
        </p:nvSpPr>
        <p:spPr>
          <a:xfrm>
            <a:off x="389467" y="655835"/>
            <a:ext cx="7182396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Scoping to often to protect human rights.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56858-121D-D15D-B0AD-B19CF64CA977}"/>
              </a:ext>
            </a:extLst>
          </p:cNvPr>
          <p:cNvSpPr txBox="1"/>
          <p:nvPr/>
        </p:nvSpPr>
        <p:spPr>
          <a:xfrm>
            <a:off x="1160745" y="1588515"/>
            <a:ext cx="10605369" cy="1628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33">
              <a:spcBef>
                <a:spcPts val="7"/>
              </a:spcBef>
            </a:pPr>
            <a:r>
              <a:rPr lang="en-GB" sz="2667" spc="7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Safe</a:t>
            </a:r>
            <a:r>
              <a:rPr lang="en-GB" sz="2667" spc="-20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667" spc="13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Defaults</a:t>
            </a:r>
            <a:endParaRPr lang="en-GB" sz="2667" dirty="0">
              <a:latin typeface="Rockwell" panose="02060603020205020403" pitchFamily="18" charset="77"/>
              <a:cs typeface="Microsoft Sans Serif"/>
            </a:endParaRPr>
          </a:p>
          <a:p>
            <a:pPr marL="767061" indent="-380990">
              <a:spcBef>
                <a:spcPts val="440"/>
              </a:spcBef>
              <a:buFont typeface="Arial" panose="020B0604020202020204" pitchFamily="34" charset="0"/>
              <a:buChar char="•"/>
            </a:pP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Users</a:t>
            </a:r>
            <a:r>
              <a:rPr lang="en-GB" sz="2133" spc="1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7" dirty="0">
                <a:latin typeface="Rockwell" panose="02060603020205020403" pitchFamily="18" charset="77"/>
                <a:cs typeface="Microsoft Sans Serif"/>
              </a:rPr>
              <a:t>do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 not </a:t>
            </a:r>
            <a:r>
              <a:rPr lang="en-GB" sz="2133" spc="7" dirty="0">
                <a:latin typeface="Rockwell" panose="02060603020205020403" pitchFamily="18" charset="77"/>
                <a:cs typeface="Microsoft Sans Serif"/>
              </a:rPr>
              <a:t>have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7" dirty="0">
                <a:latin typeface="Rockwell" panose="02060603020205020403" pitchFamily="18" charset="77"/>
                <a:cs typeface="Microsoft Sans Serif"/>
              </a:rPr>
              <a:t>fixed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13" dirty="0">
                <a:latin typeface="Rockwell" panose="02060603020205020403" pitchFamily="18" charset="77"/>
                <a:cs typeface="Microsoft Sans Serif"/>
              </a:rPr>
              <a:t>behavior</a:t>
            </a:r>
            <a:endParaRPr lang="en-GB" sz="2133" dirty="0">
              <a:latin typeface="Rockwell" panose="02060603020205020403" pitchFamily="18" charset="77"/>
              <a:cs typeface="Microsoft Sans Serif"/>
            </a:endParaRPr>
          </a:p>
          <a:p>
            <a:pPr marL="767061" indent="-380990">
              <a:spcBef>
                <a:spcPts val="727"/>
              </a:spcBef>
              <a:buFont typeface="Arial" panose="020B0604020202020204" pitchFamily="34" charset="0"/>
              <a:buChar char="•"/>
            </a:pP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How</a:t>
            </a:r>
            <a:r>
              <a:rPr lang="en-GB"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7" dirty="0">
                <a:latin typeface="Rockwell" panose="02060603020205020403" pitchFamily="18" charset="77"/>
                <a:cs typeface="Microsoft Sans Serif"/>
              </a:rPr>
              <a:t>do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13" dirty="0">
                <a:latin typeface="Rockwell" panose="02060603020205020403" pitchFamily="18" charset="77"/>
                <a:cs typeface="Microsoft Sans Serif"/>
              </a:rPr>
              <a:t>applications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adapt</a:t>
            </a:r>
            <a:r>
              <a:rPr lang="en-GB"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7" dirty="0">
                <a:latin typeface="Rockwell" panose="02060603020205020403" pitchFamily="18" charset="77"/>
                <a:cs typeface="Microsoft Sans Serif"/>
              </a:rPr>
              <a:t>when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the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system</a:t>
            </a:r>
            <a:r>
              <a:rPr lang="en-GB"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13" dirty="0">
                <a:latin typeface="Rockwell" panose="02060603020205020403" pitchFamily="18" charset="77"/>
                <a:cs typeface="Microsoft Sans Serif"/>
              </a:rPr>
              <a:t>context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7" dirty="0">
                <a:latin typeface="Rockwell" panose="02060603020205020403" pitchFamily="18" charset="77"/>
                <a:cs typeface="Microsoft Sans Serif"/>
              </a:rPr>
              <a:t>and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user</a:t>
            </a:r>
            <a:r>
              <a:rPr lang="en-GB" sz="2133" spc="33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13" dirty="0">
                <a:latin typeface="Rockwell" panose="02060603020205020403" pitchFamily="18" charset="77"/>
                <a:cs typeface="Microsoft Sans Serif"/>
              </a:rPr>
              <a:t>behavior</a:t>
            </a:r>
            <a:r>
              <a:rPr lang="en-GB" sz="2133" spc="40" dirty="0">
                <a:latin typeface="Rockwell" panose="02060603020205020403" pitchFamily="18" charset="77"/>
                <a:cs typeface="Microsoft Sans Serif"/>
              </a:rPr>
              <a:t> </a:t>
            </a: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change?</a:t>
            </a:r>
            <a:endParaRPr lang="en-GB" sz="2133" dirty="0">
              <a:latin typeface="Rockwell" panose="02060603020205020403" pitchFamily="18" charset="77"/>
              <a:cs typeface="Microsoft Sans 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0F6C3-79C9-0A2A-0CD9-AF785E0183A2}"/>
              </a:ext>
            </a:extLst>
          </p:cNvPr>
          <p:cNvSpPr txBox="1"/>
          <p:nvPr/>
        </p:nvSpPr>
        <p:spPr>
          <a:xfrm>
            <a:off x="1160744" y="3761064"/>
            <a:ext cx="10605369" cy="1300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6933">
              <a:spcBef>
                <a:spcPts val="7"/>
              </a:spcBef>
            </a:pPr>
            <a:r>
              <a:rPr lang="en-GB" sz="2667" spc="7" dirty="0">
                <a:solidFill>
                  <a:srgbClr val="AB1F2C"/>
                </a:solidFill>
                <a:latin typeface="Rockwell" panose="02060603020205020403" pitchFamily="18" charset="77"/>
                <a:cs typeface="Microsoft Sans Serif"/>
              </a:rPr>
              <a:t>Limits of authentication</a:t>
            </a:r>
            <a:endParaRPr lang="en-GB" sz="2667" dirty="0">
              <a:latin typeface="Rockwell" panose="02060603020205020403" pitchFamily="18" charset="77"/>
              <a:cs typeface="Microsoft Sans Serif"/>
            </a:endParaRPr>
          </a:p>
          <a:p>
            <a:pPr marL="767061" indent="-380990">
              <a:spcBef>
                <a:spcPts val="440"/>
              </a:spcBef>
              <a:buFont typeface="Arial" panose="020B0604020202020204" pitchFamily="34" charset="0"/>
              <a:buChar char="•"/>
            </a:pP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Debates in Xerox parc</a:t>
            </a:r>
            <a:endParaRPr lang="en-GB" sz="2133" dirty="0">
              <a:latin typeface="Rockwell" panose="02060603020205020403" pitchFamily="18" charset="77"/>
              <a:cs typeface="Microsoft Sans Serif"/>
            </a:endParaRPr>
          </a:p>
          <a:p>
            <a:pPr marL="767061" indent="-380990">
              <a:spcBef>
                <a:spcPts val="727"/>
              </a:spcBef>
              <a:buFont typeface="Arial" panose="020B0604020202020204" pitchFamily="34" charset="0"/>
              <a:buChar char="•"/>
            </a:pPr>
            <a:r>
              <a:rPr lang="en-GB" sz="2133" spc="20" dirty="0">
                <a:latin typeface="Rockwell" panose="02060603020205020403" pitchFamily="18" charset="77"/>
                <a:cs typeface="Microsoft Sans Serif"/>
              </a:rPr>
              <a:t>Hiding behind double ratcheting.</a:t>
            </a:r>
            <a:endParaRPr lang="en-GB" sz="2133" dirty="0">
              <a:latin typeface="Rockwell" panose="02060603020205020403" pitchFamily="18" charset="77"/>
              <a:cs typeface="Microsoft Sans Serif"/>
            </a:endParaRPr>
          </a:p>
        </p:txBody>
      </p:sp>
      <p:sp>
        <p:nvSpPr>
          <p:cNvPr id="2" name="Line 3">
            <a:extLst>
              <a:ext uri="{FF2B5EF4-FFF2-40B4-BE49-F238E27FC236}">
                <a16:creationId xmlns:a16="http://schemas.microsoft.com/office/drawing/2014/main" id="{B0C15B39-27CC-E281-5F04-9FE6B87A957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813AF-C714-3760-167C-FD91B51EF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54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866"/>
    </mc:Choice>
    <mc:Fallback xmlns="">
      <p:transition spd="slow" advTm="7086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37D83-9472-6934-9985-F45746DE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082DE788-D0B8-9EC3-B304-AF6BF3FD18C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BA29FFC-03C7-AF71-2CC4-F368EDC59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B292B6-FFDF-4D24-3D8C-ABE59A39793C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What is a program verification?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8359DA-6CD4-C0C7-DC0E-EB949C498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650" y="1970617"/>
            <a:ext cx="7772400" cy="38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19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6F9B0-4D4E-191B-E847-8C41E9D9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3DBB332A-157E-9E93-5015-29B6DAB86D3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3E4D537-D8A1-E4BD-0391-A4404E59B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CDBBFA-1661-0699-ECDA-B7666EF8C3D7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What is a vulnerability?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1395FD-D100-D3C9-FB35-883C6DC70C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680" y="2618496"/>
            <a:ext cx="7772400" cy="18874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4C550-6FCD-088D-ED64-0E3CEFC5C98C}"/>
              </a:ext>
            </a:extLst>
          </p:cNvPr>
          <p:cNvSpPr txBox="1"/>
          <p:nvPr/>
        </p:nvSpPr>
        <p:spPr>
          <a:xfrm>
            <a:off x="2878667" y="4986866"/>
            <a:ext cx="6578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Let us remember a Turing machine from the other lessons.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This is essentially formulating a CVE as a state.</a:t>
            </a:r>
          </a:p>
        </p:txBody>
      </p:sp>
    </p:spTree>
    <p:extLst>
      <p:ext uri="{BB962C8B-B14F-4D97-AF65-F5344CB8AC3E}">
        <p14:creationId xmlns:p14="http://schemas.microsoft.com/office/powerpoint/2010/main" val="1301224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366A9-0366-F505-2FCC-7242B447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077E0D80-87B2-F677-807F-074648E0E91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5B0B463-2B3B-11B5-A98A-C864419A3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9C146F-722C-05AF-EF12-2A7AC2266CD6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What is a vulnerability?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C787B-BD47-B3F4-8B49-6010F5FFE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816" y="2922756"/>
            <a:ext cx="8753067" cy="184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60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F9FF-B705-AAEB-703C-4C999099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115A57FD-CC56-8B68-9732-F37B74F7A25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9A088B6-8B17-8758-7452-C6C5BFF38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417C6B-0419-9FE2-F910-5572FCFCFAF2}"/>
              </a:ext>
            </a:extLst>
          </p:cNvPr>
          <p:cNvSpPr txBox="1"/>
          <p:nvPr/>
        </p:nvSpPr>
        <p:spPr>
          <a:xfrm>
            <a:off x="279401" y="735280"/>
            <a:ext cx="6163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What is a state?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D40C9F-6ABE-E99B-C2CE-5992B03B681C}"/>
              </a:ext>
            </a:extLst>
          </p:cNvPr>
          <p:cNvSpPr txBox="1"/>
          <p:nvPr/>
        </p:nvSpPr>
        <p:spPr>
          <a:xfrm>
            <a:off x="3626907" y="4639733"/>
            <a:ext cx="4775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value of variables.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instruction being executed.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contents of the memory.</a:t>
            </a:r>
          </a:p>
          <a:p>
            <a:r>
              <a:rPr lang="en-US" dirty="0">
                <a:latin typeface="Rockwell" panose="02060603020205020403" pitchFamily="18" charset="77"/>
              </a:rPr>
              <a:t>(Any program will have many many states.)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706A5-D0FF-7EF4-2419-8A42C8845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882" y="2389356"/>
            <a:ext cx="7715251" cy="162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7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BDDF-F3B6-7D1C-4835-BBB7D8EC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C6168C2B-5C70-5F53-100B-32E31EE172D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6DEF52B-966B-048C-9E10-D77318A59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70F39B-0143-284D-B576-2944B940E5F8}"/>
              </a:ext>
            </a:extLst>
          </p:cNvPr>
          <p:cNvSpPr txBox="1"/>
          <p:nvPr/>
        </p:nvSpPr>
        <p:spPr>
          <a:xfrm>
            <a:off x="279401" y="683580"/>
            <a:ext cx="7967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 CVE is a culmination of many such states.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A2D6BD-079F-6701-B49D-8D66BE38E99B}"/>
              </a:ext>
            </a:extLst>
          </p:cNvPr>
          <p:cNvSpPr txBox="1"/>
          <p:nvPr/>
        </p:nvSpPr>
        <p:spPr>
          <a:xfrm>
            <a:off x="1219079" y="3640667"/>
            <a:ext cx="103717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For example, Log4Shell (CVE-2021-44228) has many underlying behaviors and different states. It is not one snapshot.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vulnerability of a JNDI lookup to a malicious server can be triggered by various different states.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They can be different inputs, different execution paths, protocols (LDAP, RMI, etc) so on and so forth.</a:t>
            </a:r>
          </a:p>
          <a:p>
            <a:pPr marL="342900" indent="-342900">
              <a:buFontTx/>
              <a:buAutoNum type="arabicPeriod"/>
            </a:pPr>
            <a:r>
              <a:rPr lang="en-US" dirty="0">
                <a:solidFill>
                  <a:srgbClr val="FF0000"/>
                </a:solidFill>
                <a:latin typeface="Rockwell" panose="02060603020205020403" pitchFamily="18" charset="77"/>
              </a:rPr>
              <a:t>While each of them will trigger the vulnerability, but the CVE is a collection of these individual states. (I personally like this formalism and would urge all of you to reflect on this.)</a:t>
            </a:r>
            <a:endParaRPr lang="en-US" dirty="0">
              <a:latin typeface="Rockwell" panose="02060603020205020403" pitchFamily="18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C303AD-618E-7D55-2D41-C3A1B70B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47" y="1510508"/>
            <a:ext cx="7715251" cy="162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82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6A3A-2140-12C1-2505-DDC07A81F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3A754D31-487F-96EA-9CEE-E068B3574B0C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1710916-04B3-F173-F417-BC9C05C0C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BB74CF-737C-05C5-29C0-36FF4B232BB4}"/>
              </a:ext>
            </a:extLst>
          </p:cNvPr>
          <p:cNvSpPr txBox="1"/>
          <p:nvPr/>
        </p:nvSpPr>
        <p:spPr>
          <a:xfrm>
            <a:off x="279401" y="683580"/>
            <a:ext cx="7967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 CVE is a culmination of many such states.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57F00D-C20D-258F-F325-E7B396765C25}"/>
              </a:ext>
            </a:extLst>
          </p:cNvPr>
          <p:cNvSpPr txBox="1"/>
          <p:nvPr/>
        </p:nvSpPr>
        <p:spPr>
          <a:xfrm>
            <a:off x="596720" y="1845732"/>
            <a:ext cx="1037178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While each of them will trigger the vulnerability, but the CVE is a collection of these individual states. (I personally like this formalism and would urge all of you to reflect on this.)</a:t>
            </a:r>
          </a:p>
          <a:p>
            <a:pPr marL="342900" indent="-342900">
              <a:buFontTx/>
              <a:buAutoNum type="arabicPeriod"/>
            </a:pP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The fact that all these states trigger the vulnerability, that makes them functionally equivalent. </a:t>
            </a:r>
          </a:p>
          <a:p>
            <a:pPr marL="342900" indent="-342900">
              <a:buFontTx/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342900" indent="-342900">
              <a:buFontTx/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This means we know some states but at the same time we do not know many such states. For example, CVE-2021-44228, CVE-2021-45046, both captured various different functionally equivalent states for Log4shell.</a:t>
            </a:r>
          </a:p>
        </p:txBody>
      </p:sp>
    </p:spTree>
    <p:extLst>
      <p:ext uri="{BB962C8B-B14F-4D97-AF65-F5344CB8AC3E}">
        <p14:creationId xmlns:p14="http://schemas.microsoft.com/office/powerpoint/2010/main" val="3442152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84164-FAFB-49FD-B460-329E217C63D4}"/>
              </a:ext>
            </a:extLst>
          </p:cNvPr>
          <p:cNvSpPr txBox="1"/>
          <p:nvPr/>
        </p:nvSpPr>
        <p:spPr>
          <a:xfrm>
            <a:off x="0" y="730959"/>
            <a:ext cx="9582088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How many vulnerabilities are there in a computer program?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0ADAC-ED70-56AF-B183-36251001B738}"/>
              </a:ext>
            </a:extLst>
          </p:cNvPr>
          <p:cNvSpPr txBox="1"/>
          <p:nvPr/>
        </p:nvSpPr>
        <p:spPr>
          <a:xfrm>
            <a:off x="330053" y="1991070"/>
            <a:ext cx="108373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touches on theoretical computer science and security operations.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Mathematical models need to capture real systems.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Animating systems is not enough.</a:t>
            </a:r>
          </a:p>
          <a:p>
            <a:pPr marL="914377" lvl="1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animated abstraction needs to be significantly more cumbersome than the implementation.</a:t>
            </a:r>
          </a:p>
          <a:p>
            <a:pPr marL="914377" lvl="1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above means we can interrogate systems in diverse contexts and challenge the assumptions they make.</a:t>
            </a: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D6D37697-EB91-950E-CBC3-0D64B0B49B7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333A9BC-6EB9-7790-1DE7-D1AFDD245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55" y="363645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103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A84164-FAFB-49FD-B460-329E217C63D4}"/>
              </a:ext>
            </a:extLst>
          </p:cNvPr>
          <p:cNvSpPr txBox="1"/>
          <p:nvPr/>
        </p:nvSpPr>
        <p:spPr>
          <a:xfrm>
            <a:off x="59721" y="545663"/>
            <a:ext cx="652272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4">
              <a:defRPr/>
            </a:pPr>
            <a:r>
              <a:rPr lang="en-GB" sz="3733" dirty="0">
                <a:latin typeface="Rockwell" panose="02060603020205020403" pitchFamily="18" charset="77"/>
              </a:rPr>
              <a:t>Virtually Perfect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0ADAC-ED70-56AF-B183-36251001B738}"/>
              </a:ext>
            </a:extLst>
          </p:cNvPr>
          <p:cNvSpPr txBox="1"/>
          <p:nvPr/>
        </p:nvSpPr>
        <p:spPr>
          <a:xfrm>
            <a:off x="224631" y="2123693"/>
            <a:ext cx="117424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fallacy of perfect security.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Security is not some sort of a metaphysical property.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We do not need to answer the question “ a system is secure or not” in absolute.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Context &amp; Abstractions are important.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Many attacks on TLS are due to usage.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Security is relative to a particular abstraction.</a:t>
            </a:r>
          </a:p>
          <a:p>
            <a:pPr marL="838179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Quest for perfect abstraction has often led to think ‘normal’ behavior as threats. 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DB5A9CF3-D6AB-BFC4-781B-6D0BDB0360E4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6D79CD5E-C871-3DCB-146D-7D7B46D53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63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68CC-BD75-6476-5440-046976D9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A22AF-C1F3-3EAF-EDB8-7E448CABF70C}"/>
              </a:ext>
            </a:extLst>
          </p:cNvPr>
          <p:cNvSpPr txBox="1"/>
          <p:nvPr/>
        </p:nvSpPr>
        <p:spPr>
          <a:xfrm>
            <a:off x="0" y="641012"/>
            <a:ext cx="9582088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Can we proactively prove a state as vulnerable?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9D2FF-40AD-386C-EB41-30D223DACD98}"/>
              </a:ext>
            </a:extLst>
          </p:cNvPr>
          <p:cNvSpPr txBox="1"/>
          <p:nvPr/>
        </p:nvSpPr>
        <p:spPr>
          <a:xfrm>
            <a:off x="330053" y="1991070"/>
            <a:ext cx="108373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will mean predicting if a number is a Turing machine. 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first proposition involves solving the Halting problem. We also discuss Godel’s theorems in a related context. (I always felt that it would have been better for me to have read Turing’s 1950 paper before the 1936 paper.)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Program verification works in specific contexts and there will always be more vulnerabilities, than we can find. </a:t>
            </a: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0421D530-4753-1357-8BF3-444D5516099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1C234F3-FC1B-24E5-3B8F-ED43633DB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55" y="363645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0CBB8-CC81-9F58-88F1-6CC03AA38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577" y="5436070"/>
            <a:ext cx="8728845" cy="1152866"/>
          </a:xfrm>
          <a:prstGeom prst="rect">
            <a:avLst/>
          </a:prstGeom>
          <a:ln w="127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83634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1A7F5-AB7E-4F2D-B115-88D5C951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723140-20B7-1550-9C54-2054BE3E5A1A}"/>
              </a:ext>
            </a:extLst>
          </p:cNvPr>
          <p:cNvSpPr txBox="1"/>
          <p:nvPr/>
        </p:nvSpPr>
        <p:spPr>
          <a:xfrm>
            <a:off x="101480" y="755734"/>
            <a:ext cx="59944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Vulnerability recording and naming.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A8329-29BE-190D-2E47-3C1327EFB1EF}"/>
              </a:ext>
            </a:extLst>
          </p:cNvPr>
          <p:cNvSpPr txBox="1"/>
          <p:nvPr/>
        </p:nvSpPr>
        <p:spPr>
          <a:xfrm>
            <a:off x="397787" y="2507536"/>
            <a:ext cx="108373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Common Weakness Enumeration: This is like a listing of all bugs (diseases), and weaknesses. </a:t>
            </a:r>
          </a:p>
          <a:p>
            <a:pPr marL="838190" lvl="1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Cross site scripting or memory corruption etc. 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Common Vulnerabilities and Exposures: Specific instances of vulnerabilities in a particular product or version.</a:t>
            </a:r>
          </a:p>
          <a:p>
            <a:pPr marL="914389" lvl="1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CVE-Year-ID Number -&gt; CVE-2021-44228 is Log4shell</a:t>
            </a: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A8B69694-A932-CE58-0713-D4E817F724F5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A2E0BFF-A55F-00B0-A751-EC35E41E9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55" y="363645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419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8AA8-7F13-F5EA-2791-5DEC694E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92AE6-1FB4-22ED-4BC0-5D245DAF209B}"/>
              </a:ext>
            </a:extLst>
          </p:cNvPr>
          <p:cNvSpPr txBox="1"/>
          <p:nvPr/>
        </p:nvSpPr>
        <p:spPr>
          <a:xfrm>
            <a:off x="101480" y="755734"/>
            <a:ext cx="59944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Vulnerability recording and naming.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5414A-A75E-3B92-4C47-71BE0076EC72}"/>
              </a:ext>
            </a:extLst>
          </p:cNvPr>
          <p:cNvSpPr txBox="1"/>
          <p:nvPr/>
        </p:nvSpPr>
        <p:spPr>
          <a:xfrm>
            <a:off x="397787" y="1636889"/>
            <a:ext cx="1083736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Say one of us finds a bug.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is assigned a unique ID (CVE).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vulnerability is scored (CVSS).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is finally published in the NVD database. (National Vulnerability database).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Companies check their systems against this database, patch their systems. 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Developers use CWE lists to learn what mistakes to avoid.</a:t>
            </a: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en-US" sz="2000" dirty="0">
              <a:latin typeface="Rockwell" panose="02060603020205020403" pitchFamily="18" charset="77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Analysts track which CVEs are being actively exploited in the wild. </a:t>
            </a: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242C8C73-8DC0-636B-C943-DDAFDAC8C26B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C782C93-A5DA-86DF-6678-5B65A4158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55" y="363645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0202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59BD-4D33-E029-12BD-6D025ADA3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4FDA2-96F5-2450-8DB6-DB899B64AB8B}"/>
              </a:ext>
            </a:extLst>
          </p:cNvPr>
          <p:cNvSpPr txBox="1"/>
          <p:nvPr/>
        </p:nvSpPr>
        <p:spPr>
          <a:xfrm>
            <a:off x="126880" y="693726"/>
            <a:ext cx="330212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4">
              <a:defRPr/>
            </a:pPr>
            <a:r>
              <a:rPr lang="en-GB" sz="2667" dirty="0">
                <a:latin typeface="Rockwell" panose="02060603020205020403" pitchFamily="18" charset="77"/>
              </a:rPr>
              <a:t>CWE and CVE.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404D7-8662-A9AA-2C4D-1658F8BAF71F}"/>
              </a:ext>
            </a:extLst>
          </p:cNvPr>
          <p:cNvSpPr txBox="1"/>
          <p:nvPr/>
        </p:nvSpPr>
        <p:spPr>
          <a:xfrm>
            <a:off x="838080" y="1760118"/>
            <a:ext cx="10515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CWE is the conceptual error while CVE is the instantiated vulnerability.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For example, Log4shell pertains to the CWE 502 &amp; others.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goes back to our earlier formulation of CVE as a collection of functionally equivalent states.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In-Class Group Exercise: Can you find the most prevalent CVEs from Github SA and classify them according to CWEs?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I will divide the groups, and each group will look at a different languages/eco-system.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If you focus on top 25 CVEs based on criticality that should be fine for now. Then group them into CWEs.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Each group will discuss and then we will compare across the languages/ecosystems.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Do you have CVEs without a CWE?  Do you have CVEs connected to multiple CWE?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  <p:sp>
        <p:nvSpPr>
          <p:cNvPr id="8" name="Line 3">
            <a:extLst>
              <a:ext uri="{FF2B5EF4-FFF2-40B4-BE49-F238E27FC236}">
                <a16:creationId xmlns:a16="http://schemas.microsoft.com/office/drawing/2014/main" id="{BB7203BB-F3AE-AADA-7EF9-5FECEEF016C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67D049B-4CC5-B5A8-8B29-C4483DCC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8355" y="363645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632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51B56-8031-7CEB-E12C-BC27B76D4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331B79-014B-F6A7-54C7-6068F7979ECE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411D94C3-1F22-597A-D051-D235969A67A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1406CB3-9A42-C9DE-3BB8-87C763C61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5E4D1-4E4C-6D37-8EAF-D4D651715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5" y="157560"/>
            <a:ext cx="5272644" cy="1087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12E7B9-566C-FDA7-89B3-4326A30831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80" y="1508886"/>
            <a:ext cx="5158959" cy="431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95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6728-B44C-98C0-43A1-801CF023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27C4CE3-D4F0-F440-D297-38D6F7B80CBD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935307C0-01A4-B342-8A04-15C5BC3B754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0EE8CF1-1B20-D67A-49A5-2F7601357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A4D01D-0E9B-7BA4-3515-B337C88F4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5" y="157560"/>
            <a:ext cx="5272644" cy="10874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5FA454-755A-81BF-27A1-83513EFF7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7" y="1556163"/>
            <a:ext cx="7772400" cy="409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55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73F7C-9D82-C85B-BFA6-A1210926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B4C1E9F-D089-E9F5-1023-587F86940982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513677B2-F602-45BB-F74B-A6A9AC253B2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3955EE1-FBAF-DC0B-E3CF-5062D85DF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560FEF-7E94-8CFF-E870-1F78BFC50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5" y="157560"/>
            <a:ext cx="5272644" cy="1087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E05C4-003B-CACD-2272-CE37819E8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80" y="1578562"/>
            <a:ext cx="5917953" cy="423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72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9C0FE-15C9-CB78-20F5-2089A7BE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0449F1A-B749-F655-C0BC-B9ED764C1EBE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11421140-FD27-260D-80C4-D3F97575C60D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8A6076C-6E96-1F4A-60F3-22FFDECDF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07D68E9-3B75-702E-1D91-3CEAA82D8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45" y="157560"/>
            <a:ext cx="5272644" cy="10874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E7FF00-68DB-1DCE-A773-8045B29D3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82" y="1452831"/>
            <a:ext cx="5650016" cy="37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27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8FA3-89C3-3B9D-F6CE-595F7A49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D43F180-602F-110B-DA53-08DEDEF81301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7B8E4581-2F1E-482C-18EF-4F714311275B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3F92432-12DF-3048-49E6-96840730E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ED2B4-90B3-5519-E3E1-845E5F95B6DD}"/>
              </a:ext>
            </a:extLst>
          </p:cNvPr>
          <p:cNvSpPr txBox="1"/>
          <p:nvPr/>
        </p:nvSpPr>
        <p:spPr>
          <a:xfrm>
            <a:off x="687104" y="1892645"/>
            <a:ext cx="91558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Waking up exercise: There is a code legacy-debt.py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Can you do a security debt audit.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focus is not just on what is bad, but what will incur GDPR fine in millions.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Can you see someone else’s SSN without knowing their id?</a:t>
            </a:r>
          </a:p>
          <a:p>
            <a:pPr lvl="1"/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FF0000"/>
                </a:solidFill>
                <a:latin typeface="Rockwell" panose="02060603020205020403" pitchFamily="18" charset="77"/>
              </a:rPr>
              <a:t>How these security debts link to the software security code of practice? Discuss in group?</a:t>
            </a:r>
          </a:p>
          <a:p>
            <a:endParaRPr lang="en-US" dirty="0">
              <a:latin typeface="Rockwell" panose="02060603020205020403" pitchFamily="18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CB94A-C20C-DBE4-1949-808228C37EDF}"/>
              </a:ext>
            </a:extLst>
          </p:cNvPr>
          <p:cNvSpPr txBox="1"/>
          <p:nvPr/>
        </p:nvSpPr>
        <p:spPr>
          <a:xfrm>
            <a:off x="575953" y="676894"/>
            <a:ext cx="3568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77"/>
              </a:rPr>
              <a:t>“Laws of the land”</a:t>
            </a:r>
          </a:p>
        </p:txBody>
      </p:sp>
    </p:spTree>
    <p:extLst>
      <p:ext uri="{BB962C8B-B14F-4D97-AF65-F5344CB8AC3E}">
        <p14:creationId xmlns:p14="http://schemas.microsoft.com/office/powerpoint/2010/main" val="4011973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3DBF7-02F2-13DA-5656-1530C597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6A3C698-634D-450A-A353-CDD597AA9916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A942F81B-68B0-4E5D-2F66-1B7D4ADC24E5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9A8124E8-5218-B81B-9544-814DEE2E5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CCF3FD-DF3D-EDC6-6C2C-36B76F507B49}"/>
              </a:ext>
            </a:extLst>
          </p:cNvPr>
          <p:cNvSpPr txBox="1"/>
          <p:nvPr/>
        </p:nvSpPr>
        <p:spPr>
          <a:xfrm>
            <a:off x="575953" y="676894"/>
            <a:ext cx="3568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ockwell" panose="02060603020205020403" pitchFamily="18" charset="77"/>
              </a:rPr>
              <a:t>This is in your folders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1C8B4C-E89D-B6C8-85F1-A15021DD0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828" y="1623291"/>
            <a:ext cx="7772400" cy="440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39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50C3-A967-B267-DDF7-F9223EE9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AF3A7C8-2DD7-6BDA-A08C-2C06F82A40FD}"/>
              </a:ext>
            </a:extLst>
          </p:cNvPr>
          <p:cNvSpPr txBox="1"/>
          <p:nvPr/>
        </p:nvSpPr>
        <p:spPr>
          <a:xfrm>
            <a:off x="5656672" y="2636893"/>
            <a:ext cx="850284" cy="400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10" name="Line 3">
            <a:extLst>
              <a:ext uri="{FF2B5EF4-FFF2-40B4-BE49-F238E27FC236}">
                <a16:creationId xmlns:a16="http://schemas.microsoft.com/office/drawing/2014/main" id="{956776E9-8CDB-9F7F-8CF7-C10163821C1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FE3F1EB-769F-9B73-2109-C38E7A561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0C8C61-D146-2DD8-E614-7660F7AC2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288" y="1834116"/>
            <a:ext cx="7772400" cy="31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43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4A9E-51F4-D391-10D2-9C5241E80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1D39056A-823A-0C10-2458-D095E2A0F87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DC2C53E-4F0C-70F7-2A4E-1BEAA01EC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5AC508-32B2-8159-E214-8B1AD8B5B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51" y="99445"/>
            <a:ext cx="2725386" cy="11455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F87D65-0123-162C-405B-1BF50828C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0251" y="2148774"/>
            <a:ext cx="7772400" cy="299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0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8FC6-3067-24A8-DF7C-2837B75DC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34FFD76B-3376-4D89-21A9-CEA7DC14961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831C9F3-03A1-EA7A-1C19-A6BAFB44A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10AB4F-9A69-68E7-79C5-819DD3D61392}"/>
              </a:ext>
            </a:extLst>
          </p:cNvPr>
          <p:cNvSpPr txBox="1"/>
          <p:nvPr/>
        </p:nvSpPr>
        <p:spPr>
          <a:xfrm>
            <a:off x="2728576" y="3167390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Rockwell" panose="02060603020205020403" pitchFamily="18" charset="77"/>
              </a:rPr>
              <a:t>Analysts are the guardians of the Pipeline</a:t>
            </a:r>
          </a:p>
        </p:txBody>
      </p:sp>
    </p:spTree>
    <p:extLst>
      <p:ext uri="{BB962C8B-B14F-4D97-AF65-F5344CB8AC3E}">
        <p14:creationId xmlns:p14="http://schemas.microsoft.com/office/powerpoint/2010/main" val="144242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84415-EEFC-B28B-937C-7BADEC01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A7C1CAA9-6D52-4F6C-F4B4-D2A7AF41ADE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6009107-E68C-0990-7A1B-36148193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96D68-90C7-371C-2CEE-990473BD21F9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9D8D42-2034-7C99-855F-0F5F063C0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34" y="1391214"/>
            <a:ext cx="5836310" cy="492438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2386598-984A-F15F-C1C7-0F89EEDDA34C}"/>
              </a:ext>
            </a:extLst>
          </p:cNvPr>
          <p:cNvCxnSpPr>
            <a:cxnSpLocks/>
          </p:cNvCxnSpPr>
          <p:nvPr/>
        </p:nvCxnSpPr>
        <p:spPr>
          <a:xfrm flipH="1">
            <a:off x="5398718" y="4327742"/>
            <a:ext cx="1402915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888ACD6-A699-1C85-FDC5-FD2B83C00A89}"/>
              </a:ext>
            </a:extLst>
          </p:cNvPr>
          <p:cNvSpPr txBox="1"/>
          <p:nvPr/>
        </p:nvSpPr>
        <p:spPr>
          <a:xfrm>
            <a:off x="6979919" y="3939802"/>
            <a:ext cx="5113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is a happy path.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We will add governance gatekeeping here. </a:t>
            </a:r>
          </a:p>
        </p:txBody>
      </p:sp>
    </p:spTree>
    <p:extLst>
      <p:ext uri="{BB962C8B-B14F-4D97-AF65-F5344CB8AC3E}">
        <p14:creationId xmlns:p14="http://schemas.microsoft.com/office/powerpoint/2010/main" val="4106278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C883-14BE-DB7A-C708-6C030F52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5B5960FC-8CE7-0BF0-B643-C177BEB4FA84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7E0F54F-B0D5-CC23-E993-C309B65BD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C27C9C-E53A-FEB9-882A-3004B53C5764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8C801-880E-D6C7-2D2B-8EA19B9F5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9" y="2004093"/>
            <a:ext cx="7772400" cy="233912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0507DE-0009-1EC3-9F26-A95EC82C4322}"/>
              </a:ext>
            </a:extLst>
          </p:cNvPr>
          <p:cNvCxnSpPr>
            <a:cxnSpLocks/>
          </p:cNvCxnSpPr>
          <p:nvPr/>
        </p:nvCxnSpPr>
        <p:spPr>
          <a:xfrm flipV="1">
            <a:off x="6270171" y="2303813"/>
            <a:ext cx="0" cy="337674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D5755E-38F8-8269-A98E-A4ED67B800E8}"/>
              </a:ext>
            </a:extLst>
          </p:cNvPr>
          <p:cNvSpPr txBox="1"/>
          <p:nvPr/>
        </p:nvSpPr>
        <p:spPr>
          <a:xfrm>
            <a:off x="3187878" y="5599500"/>
            <a:ext cx="637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Let us link this back to our security debts exercise</a:t>
            </a:r>
          </a:p>
        </p:txBody>
      </p:sp>
    </p:spTree>
    <p:extLst>
      <p:ext uri="{BB962C8B-B14F-4D97-AF65-F5344CB8AC3E}">
        <p14:creationId xmlns:p14="http://schemas.microsoft.com/office/powerpoint/2010/main" val="1132566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AC7C6-AFB9-0692-30DA-DB771FE8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1541C6BC-9CF4-AF2D-CF42-767CD0014CC2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1B83023-9A74-A9CB-754A-DBC6FDDF3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D0E491-CEBD-0413-A950-D9B5A34707F5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105621-AFF6-8582-716B-AC712B4EE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16" y="1990540"/>
            <a:ext cx="9038734" cy="197437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475160-51F8-3583-672B-3EF7968114DD}"/>
              </a:ext>
            </a:extLst>
          </p:cNvPr>
          <p:cNvCxnSpPr>
            <a:cxnSpLocks/>
          </p:cNvCxnSpPr>
          <p:nvPr/>
        </p:nvCxnSpPr>
        <p:spPr>
          <a:xfrm flipV="1">
            <a:off x="3414802" y="2873747"/>
            <a:ext cx="0" cy="337674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238999-E8B0-76D0-5328-0168262F6EF7}"/>
              </a:ext>
            </a:extLst>
          </p:cNvPr>
          <p:cNvSpPr txBox="1"/>
          <p:nvPr/>
        </p:nvSpPr>
        <p:spPr>
          <a:xfrm>
            <a:off x="100208" y="6246168"/>
            <a:ext cx="8416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This is to protect software from vulnerable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757925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F5FF6-AF49-B1F3-C92A-A219A84EA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9EDB921D-6B79-AB43-0935-9F7711C82FF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A1E9258-C43F-EDF4-94EB-1B86DEE39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B1F095-33E7-49B7-D35C-766C57FC3181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48CCF-040E-8B0E-0E2F-6E703BC72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26" y="1722677"/>
            <a:ext cx="7772400" cy="1783497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7798C4-13A0-266F-D977-2394670041B5}"/>
              </a:ext>
            </a:extLst>
          </p:cNvPr>
          <p:cNvCxnSpPr>
            <a:cxnSpLocks/>
          </p:cNvCxnSpPr>
          <p:nvPr/>
        </p:nvCxnSpPr>
        <p:spPr>
          <a:xfrm flipV="1">
            <a:off x="3475973" y="2561573"/>
            <a:ext cx="0" cy="368459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CEB03D-8CDC-148C-73BE-E62599519334}"/>
              </a:ext>
            </a:extLst>
          </p:cNvPr>
          <p:cNvSpPr txBox="1"/>
          <p:nvPr/>
        </p:nvSpPr>
        <p:spPr>
          <a:xfrm>
            <a:off x="100208" y="6246168"/>
            <a:ext cx="8416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Produce well secured software.</a:t>
            </a:r>
          </a:p>
        </p:txBody>
      </p:sp>
    </p:spTree>
    <p:extLst>
      <p:ext uri="{BB962C8B-B14F-4D97-AF65-F5344CB8AC3E}">
        <p14:creationId xmlns:p14="http://schemas.microsoft.com/office/powerpoint/2010/main" val="1983158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37D3-5DDF-CE49-5A11-8C9D6E3F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C584E877-76FF-23A5-8BC0-5D9E1B960ABB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A87BF7A-BAA0-D6B8-8431-FC8B10051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C9E5D3-DE5C-FCB6-86FA-1E0A66021795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CE37E-DFC8-E9E3-5E55-AEA751B71C1E}"/>
              </a:ext>
            </a:extLst>
          </p:cNvPr>
          <p:cNvSpPr txBox="1"/>
          <p:nvPr/>
        </p:nvSpPr>
        <p:spPr>
          <a:xfrm>
            <a:off x="100208" y="6246168"/>
            <a:ext cx="8416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Produce well secured software.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5EF7AC-1F2D-08E9-3C6C-AD09D0CC0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93" y="1606343"/>
            <a:ext cx="7772400" cy="11188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47D1F3-E9FA-4FAD-A142-A9D4A2CF3701}"/>
              </a:ext>
            </a:extLst>
          </p:cNvPr>
          <p:cNvCxnSpPr>
            <a:cxnSpLocks/>
          </p:cNvCxnSpPr>
          <p:nvPr/>
        </p:nvCxnSpPr>
        <p:spPr>
          <a:xfrm flipV="1">
            <a:off x="3475973" y="2561573"/>
            <a:ext cx="0" cy="368459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3690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37D1-8A50-E575-54D8-B1B71E45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BA1EE1AD-EC88-7FE8-0FB9-5A6F6225607C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E26CC69-5BB4-830E-604F-453E63EBF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95BCF9-40A2-1699-79A1-A5AF9EC59330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26A5E-4F0F-589A-592B-0D90C3D571FA}"/>
              </a:ext>
            </a:extLst>
          </p:cNvPr>
          <p:cNvSpPr txBox="1"/>
          <p:nvPr/>
        </p:nvSpPr>
        <p:spPr>
          <a:xfrm>
            <a:off x="100208" y="6246168"/>
            <a:ext cx="8416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Produce well secured software.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1A49D-73F3-ACF6-2417-426A22B04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1466156"/>
            <a:ext cx="7772400" cy="174401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33C4F5E-E5CA-E605-B6DD-B2AFFF23B35D}"/>
              </a:ext>
            </a:extLst>
          </p:cNvPr>
          <p:cNvCxnSpPr>
            <a:cxnSpLocks/>
          </p:cNvCxnSpPr>
          <p:nvPr/>
        </p:nvCxnSpPr>
        <p:spPr>
          <a:xfrm flipV="1">
            <a:off x="3475973" y="2561573"/>
            <a:ext cx="0" cy="368459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581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53C3-9319-F9A7-BEE7-8CCA3BB00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6B962DEB-EB0A-92D1-9759-A9DB8B8FA7F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3493A15-D574-2DBA-A6CF-C013EC3ED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4521E4-8053-A550-9097-FBECF5E0F72C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110DF-FC54-5ECB-2DDD-41DFB0DCB9BE}"/>
              </a:ext>
            </a:extLst>
          </p:cNvPr>
          <p:cNvSpPr txBox="1"/>
          <p:nvPr/>
        </p:nvSpPr>
        <p:spPr>
          <a:xfrm>
            <a:off x="100208" y="6246168"/>
            <a:ext cx="8416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Rockwell" panose="02060603020205020403" pitchFamily="18" charset="77"/>
              </a:rPr>
              <a:t>Respond to vulnerabilities.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2CE8D-06E8-7DB4-8831-6B8C649AD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1478316"/>
            <a:ext cx="7772400" cy="143359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613536-042E-3BCE-8E36-70411F40B8B6}"/>
              </a:ext>
            </a:extLst>
          </p:cNvPr>
          <p:cNvCxnSpPr>
            <a:cxnSpLocks/>
          </p:cNvCxnSpPr>
          <p:nvPr/>
        </p:nvCxnSpPr>
        <p:spPr>
          <a:xfrm flipV="1">
            <a:off x="3475973" y="2561573"/>
            <a:ext cx="0" cy="3684595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671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8273-4C76-CA11-2AB3-43C77FD8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C769FB49-0779-62DE-D013-BA3852BE9022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C2E94C5-0293-F1D3-2006-80A56B614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2D9238-248D-E75B-E07F-6EA73670793B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Let us build an automated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C376-E8C8-138F-BC30-91DA45A9E1C8}"/>
              </a:ext>
            </a:extLst>
          </p:cNvPr>
          <p:cNvSpPr txBox="1"/>
          <p:nvPr/>
        </p:nvSpPr>
        <p:spPr>
          <a:xfrm>
            <a:off x="745299" y="2006107"/>
            <a:ext cx="99769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Create or sign in to your git hub account.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config --global user.name “your username”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config --global user.email” your email”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Create a new repository on Github and make it public and do not add a ReadMe. 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86574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4B49-07AC-2468-6D50-87699611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8B3799AA-7C78-C548-F653-3AB50A6AFF2F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338B641-BD3E-3A3D-CAD1-666EDC6F7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969318-B2B6-E355-8866-F89B5D0E19A9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53625-C726-F6C5-3F97-D3B7BEE2DFD2}"/>
              </a:ext>
            </a:extLst>
          </p:cNvPr>
          <p:cNvSpPr txBox="1"/>
          <p:nvPr/>
        </p:nvSpPr>
        <p:spPr>
          <a:xfrm>
            <a:off x="726510" y="1680431"/>
            <a:ext cx="997697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There is a file auth-service.py. 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We will write test cases for the service auth-</a:t>
            </a:r>
            <a:r>
              <a:rPr lang="en-US" sz="2000" dirty="0" err="1">
                <a:latin typeface="Rockwell" panose="02060603020205020403" pitchFamily="18" charset="77"/>
              </a:rPr>
              <a:t>autest.py</a:t>
            </a:r>
            <a:r>
              <a:rPr lang="en-US" sz="2000" dirty="0">
                <a:latin typeface="Rockwell" panose="02060603020205020403" pitchFamily="18" charset="77"/>
              </a:rPr>
              <a:t>.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We will write a YAML file to act as an engine auth-</a:t>
            </a:r>
            <a:r>
              <a:rPr lang="en-US" sz="2000" dirty="0" err="1">
                <a:latin typeface="Rockwell" panose="02060603020205020403" pitchFamily="18" charset="77"/>
              </a:rPr>
              <a:t>pipe.yaml</a:t>
            </a:r>
            <a:r>
              <a:rPr lang="en-US" sz="2000" dirty="0">
                <a:latin typeface="Rockwell" panose="02060603020205020403" pitchFamily="18" charset="77"/>
              </a:rPr>
              <a:t>. 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 err="1">
                <a:latin typeface="Rockwell" panose="02060603020205020403" pitchFamily="18" charset="77"/>
              </a:rPr>
              <a:t>Organise</a:t>
            </a:r>
            <a:r>
              <a:rPr lang="en-US" sz="2000" dirty="0">
                <a:latin typeface="Rockwell" panose="02060603020205020403" pitchFamily="18" charset="77"/>
              </a:rPr>
              <a:t> your files as</a:t>
            </a:r>
          </a:p>
          <a:p>
            <a:pPr marL="914400" lvl="1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Project Directory -&gt;.</a:t>
            </a:r>
            <a:r>
              <a:rPr lang="en-US" sz="2000" dirty="0" err="1">
                <a:latin typeface="Rockwell" panose="02060603020205020403" pitchFamily="18" charset="77"/>
              </a:rPr>
              <a:t>github</a:t>
            </a:r>
            <a:r>
              <a:rPr lang="en-US" sz="2000" dirty="0">
                <a:latin typeface="Rockwell" panose="02060603020205020403" pitchFamily="18" charset="77"/>
              </a:rPr>
              <a:t>/workflows/&lt;</a:t>
            </a:r>
            <a:r>
              <a:rPr lang="en-US" sz="2000" dirty="0" err="1">
                <a:latin typeface="Rockwell" panose="02060603020205020403" pitchFamily="18" charset="77"/>
              </a:rPr>
              <a:t>yaml</a:t>
            </a:r>
            <a:r>
              <a:rPr lang="en-US" sz="2000" dirty="0">
                <a:latin typeface="Rockwell" panose="02060603020205020403" pitchFamily="18" charset="77"/>
              </a:rPr>
              <a:t>&gt;</a:t>
            </a:r>
          </a:p>
          <a:p>
            <a:r>
              <a:rPr lang="en-US" sz="2000" dirty="0">
                <a:latin typeface="Rockwell" panose="02060603020205020403" pitchFamily="18" charset="77"/>
              </a:rPr>
              <a:t>                                               -&gt; auth-service.py</a:t>
            </a:r>
          </a:p>
          <a:p>
            <a:r>
              <a:rPr lang="en-US" sz="2000" dirty="0">
                <a:latin typeface="Rockwell" panose="02060603020205020403" pitchFamily="18" charset="77"/>
              </a:rPr>
              <a:t>                                               -&gt;.</a:t>
            </a:r>
            <a:r>
              <a:rPr lang="en-US" sz="2000" dirty="0" err="1">
                <a:latin typeface="Rockwell" panose="02060603020205020403" pitchFamily="18" charset="77"/>
              </a:rPr>
              <a:t>gitignore</a:t>
            </a:r>
            <a:endParaRPr lang="en-US" sz="2000" dirty="0">
              <a:latin typeface="Rockwell" panose="02060603020205020403" pitchFamily="18" charset="77"/>
            </a:endParaRPr>
          </a:p>
          <a:p>
            <a:r>
              <a:rPr lang="en-US" sz="2000" dirty="0">
                <a:latin typeface="Rockwell" panose="02060603020205020403" pitchFamily="18" charset="77"/>
              </a:rPr>
              <a:t>                                               -&gt;</a:t>
            </a:r>
            <a:r>
              <a:rPr lang="en-US" sz="2000" dirty="0" err="1">
                <a:latin typeface="Rockwell" panose="02060603020205020403" pitchFamily="18" charset="77"/>
              </a:rPr>
              <a:t>requirements.txt</a:t>
            </a:r>
            <a:endParaRPr lang="en-US" sz="2000" dirty="0">
              <a:latin typeface="Rockwell" panose="02060603020205020403" pitchFamily="18" charset="77"/>
            </a:endParaRPr>
          </a:p>
          <a:p>
            <a:r>
              <a:rPr lang="en-US" sz="2000" dirty="0">
                <a:latin typeface="Rockwell" panose="02060603020205020403" pitchFamily="18" charset="77"/>
              </a:rPr>
              <a:t>                                               -&gt;/tests/auth-</a:t>
            </a:r>
            <a:r>
              <a:rPr lang="en-US" sz="2000" dirty="0" err="1">
                <a:latin typeface="Rockwell" panose="02060603020205020403" pitchFamily="18" charset="77"/>
              </a:rPr>
              <a:t>autest.py</a:t>
            </a: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86474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2DBA-B309-0DB9-B50C-21EE3D493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61B2A932-230A-9B29-72B7-90C80762ED63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82D096A-84E6-FB25-C2A1-395ED1286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8A702-B2BD-315A-2AB8-6B9BFC251744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D1A6E1-5BEC-C013-4397-306175B4CD52}"/>
              </a:ext>
            </a:extLst>
          </p:cNvPr>
          <p:cNvSpPr txBox="1"/>
          <p:nvPr/>
        </p:nvSpPr>
        <p:spPr>
          <a:xfrm>
            <a:off x="6877202" y="2260026"/>
            <a:ext cx="4878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Imports the micro framework Flash to handle web 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SQLite to store credentials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For an analyst these are red flags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292A0-3ACA-FFBA-14BE-2AEAC3ADD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767" y="1846688"/>
            <a:ext cx="5997173" cy="19239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49E7EE-A31B-CA92-0C36-63A3DA747450}"/>
              </a:ext>
            </a:extLst>
          </p:cNvPr>
          <p:cNvCxnSpPr>
            <a:cxnSpLocks/>
          </p:cNvCxnSpPr>
          <p:nvPr/>
        </p:nvCxnSpPr>
        <p:spPr>
          <a:xfrm flipH="1">
            <a:off x="5974915" y="2651320"/>
            <a:ext cx="902287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498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F0721-EAA3-5B8E-4152-90057425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D4340FAA-233C-D4A1-1159-37E5AFA5CF4F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29557539-4275-B7A5-5816-3D1CBB215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B30E4F-8241-2B5B-CDDD-3B7BCB0C38E2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F7628-4314-9712-5814-5B2C4B7CCB3F}"/>
              </a:ext>
            </a:extLst>
          </p:cNvPr>
          <p:cNvSpPr txBox="1"/>
          <p:nvPr/>
        </p:nvSpPr>
        <p:spPr>
          <a:xfrm>
            <a:off x="838080" y="5156525"/>
            <a:ext cx="98528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Open connection to a local 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second line treats data as dictionaries, we do not need to remember index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For an analyst local files are not good news in many contexts.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A6C718-7D5B-C850-5C37-F17A8DC46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85" y="1456847"/>
            <a:ext cx="7772400" cy="217292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1F275F-8DF5-D34B-840D-D8F7A8BDB7D6}"/>
              </a:ext>
            </a:extLst>
          </p:cNvPr>
          <p:cNvCxnSpPr>
            <a:cxnSpLocks/>
          </p:cNvCxnSpPr>
          <p:nvPr/>
        </p:nvCxnSpPr>
        <p:spPr>
          <a:xfrm flipV="1">
            <a:off x="4553624" y="2605414"/>
            <a:ext cx="0" cy="255111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1505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5DE2F-D640-7C50-9B2B-A6BC69A2D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01D085ED-3A8A-826D-BDE4-B8D229169C13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91A3C47-59CC-E7B3-762F-314D38880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27DFE1-751A-FE99-18EE-8C0F4C899678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F8E25-CA80-4683-8751-30BE751DA056}"/>
              </a:ext>
            </a:extLst>
          </p:cNvPr>
          <p:cNvSpPr txBox="1"/>
          <p:nvPr/>
        </p:nvSpPr>
        <p:spPr>
          <a:xfrm>
            <a:off x="2743606" y="5156525"/>
            <a:ext cx="7947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Defines an end point login that only accepts post request.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For an analyst the omission of any validation is a red flag.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C8C870-3F7F-82B3-99B6-98C0F34B3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8" y="1614690"/>
            <a:ext cx="9205561" cy="245554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694784-2EDD-061A-7C45-E8854E060F82}"/>
              </a:ext>
            </a:extLst>
          </p:cNvPr>
          <p:cNvCxnSpPr>
            <a:cxnSpLocks/>
          </p:cNvCxnSpPr>
          <p:nvPr/>
        </p:nvCxnSpPr>
        <p:spPr>
          <a:xfrm flipV="1">
            <a:off x="5048402" y="3607496"/>
            <a:ext cx="0" cy="1486399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427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007B-7369-58DE-1004-2AC1A37C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DC4F76D4-8286-1924-26A4-046987A8A02B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37BF855-050C-8CD8-74A4-0C69AFAA4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3E5714-A048-4460-F678-6FC06A2C05FD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40DEA-28A7-89DD-F2C7-E2043330856C}"/>
              </a:ext>
            </a:extLst>
          </p:cNvPr>
          <p:cNvSpPr txBox="1"/>
          <p:nvPr/>
        </p:nvSpPr>
        <p:spPr>
          <a:xfrm>
            <a:off x="438817" y="5230505"/>
            <a:ext cx="7947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Here there are parameterized queries (?). Everything in the container ? is treated as data and not command. </a:t>
            </a: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A8C712-7809-E9C3-E08C-8DC19A8F9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93" y="1382308"/>
            <a:ext cx="7772400" cy="141263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BB2D60-E83D-F128-29C5-5F7EFF2D5269}"/>
              </a:ext>
            </a:extLst>
          </p:cNvPr>
          <p:cNvCxnSpPr>
            <a:cxnSpLocks/>
          </p:cNvCxnSpPr>
          <p:nvPr/>
        </p:nvCxnSpPr>
        <p:spPr>
          <a:xfrm flipV="1">
            <a:off x="1472221" y="1691014"/>
            <a:ext cx="0" cy="341540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6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C08B-478C-6E04-4098-FBC9CD1B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1B239AC4-0A15-1874-AA62-70F1567099A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A302805-9A52-B91C-F49E-5E8F8BCFA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43392A-0D34-12B8-5864-54A82698CAD0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85998-9E97-6D37-AC6E-36C263E501EA}"/>
              </a:ext>
            </a:extLst>
          </p:cNvPr>
          <p:cNvSpPr txBox="1"/>
          <p:nvPr/>
        </p:nvSpPr>
        <p:spPr>
          <a:xfrm>
            <a:off x="438817" y="4986248"/>
            <a:ext cx="9650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Rockwell" panose="02060603020205020403" pitchFamily="18" charset="77"/>
              </a:rPr>
              <a:t>jsonify</a:t>
            </a:r>
            <a:r>
              <a:rPr lang="en-US" sz="2000" dirty="0">
                <a:latin typeface="Rockwell" panose="02060603020205020403" pitchFamily="18" charset="77"/>
              </a:rPr>
              <a:t>() converts the python dictionary into </a:t>
            </a:r>
            <a:r>
              <a:rPr lang="en-US" sz="2000" dirty="0" err="1">
                <a:latin typeface="Rockwell" panose="02060603020205020403" pitchFamily="18" charset="77"/>
              </a:rPr>
              <a:t>json</a:t>
            </a:r>
            <a:r>
              <a:rPr lang="en-US" sz="2000" dirty="0">
                <a:latin typeface="Rockwell" panose="02060603020205020403" pitchFamily="18" charset="77"/>
              </a:rPr>
              <a:t> string. This helps the Github robot to check responses against unwanted leakage.  </a:t>
            </a: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640BFF-B60D-29BD-64E3-957D6B958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93" y="1479269"/>
            <a:ext cx="7772400" cy="1365839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303BCE-B9C0-5DD7-7E48-D116B9F564FA}"/>
              </a:ext>
            </a:extLst>
          </p:cNvPr>
          <p:cNvCxnSpPr>
            <a:cxnSpLocks/>
          </p:cNvCxnSpPr>
          <p:nvPr/>
        </p:nvCxnSpPr>
        <p:spPr>
          <a:xfrm flipV="1">
            <a:off x="1472221" y="2642992"/>
            <a:ext cx="0" cy="2463429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9099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9EC53-E0CA-E072-8A43-AFF62F810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8A22EB44-C4BF-A236-73CB-BD1E6F2FB50F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3D36BA7-9F50-B825-8B6E-329944928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1A0584-E1C5-224C-EA69-CC899FC63C1A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61D7C-6CD7-960F-3084-881B4BFEC394}"/>
              </a:ext>
            </a:extLst>
          </p:cNvPr>
          <p:cNvSpPr txBox="1"/>
          <p:nvPr/>
        </p:nvSpPr>
        <p:spPr>
          <a:xfrm>
            <a:off x="438817" y="4986248"/>
            <a:ext cx="965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Rockwell" panose="02060603020205020403" pitchFamily="18" charset="77"/>
              </a:rPr>
              <a:t>This will keep the port open in a cloud environment. </a:t>
            </a:r>
            <a:endParaRPr lang="en-US" sz="2000" dirty="0">
              <a:solidFill>
                <a:srgbClr val="FF0000"/>
              </a:solidFill>
              <a:latin typeface="Rockwell" panose="02060603020205020403" pitchFamily="18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2B4FCB-3AE4-1B5E-7C0A-3AFB69AB2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1461157"/>
            <a:ext cx="7772400" cy="183999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29E12C-3E1B-9BCE-00D1-E1D8A0AA1B58}"/>
              </a:ext>
            </a:extLst>
          </p:cNvPr>
          <p:cNvCxnSpPr>
            <a:cxnSpLocks/>
          </p:cNvCxnSpPr>
          <p:nvPr/>
        </p:nvCxnSpPr>
        <p:spPr>
          <a:xfrm flipV="1">
            <a:off x="1848002" y="2532356"/>
            <a:ext cx="0" cy="230269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335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F84F-9BBE-56FE-6A78-A8AD0A511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DDAD7FB0-F26E-CC2D-7BF9-F7997C5A584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34FDEA0-F0CC-CD26-7C2E-8AAAD5711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5ACAD6-63E7-ADE4-BB91-A112CA164EC6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1425A-1177-E81A-0AD1-06558D7DF472}"/>
              </a:ext>
            </a:extLst>
          </p:cNvPr>
          <p:cNvSpPr txBox="1"/>
          <p:nvPr/>
        </p:nvSpPr>
        <p:spPr>
          <a:xfrm>
            <a:off x="745299" y="2006107"/>
            <a:ext cx="9976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There is a file auth-service.py.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We will write test cases for the service auth-</a:t>
            </a:r>
            <a:r>
              <a:rPr lang="en-US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autest.py</a:t>
            </a: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.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We will write a YAML file to act as an engine auth-</a:t>
            </a:r>
            <a:r>
              <a:rPr lang="en-US" sz="2000" dirty="0" err="1">
                <a:latin typeface="Rockwell" panose="02060603020205020403" pitchFamily="18" charset="77"/>
              </a:rPr>
              <a:t>pipe.yaml</a:t>
            </a:r>
            <a:r>
              <a:rPr lang="en-US" sz="2000" dirty="0">
                <a:latin typeface="Rockwell" panose="02060603020205020403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87873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E838-C333-CB95-06CD-02F78F01E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78081FCA-4329-E03A-C033-67D9BEAF5BD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CCE54BB-B6EB-CFE1-9BF3-9CA44CED2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9C4078-EEC4-74AF-CB1F-9BBB8F7AF435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CED38-E436-1480-C031-B970CBE5BD06}"/>
              </a:ext>
            </a:extLst>
          </p:cNvPr>
          <p:cNvSpPr txBox="1"/>
          <p:nvPr/>
        </p:nvSpPr>
        <p:spPr>
          <a:xfrm>
            <a:off x="394976" y="4506196"/>
            <a:ext cx="96508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Environment set up.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Requests is the library to send GET, POST. These are the hands of the analyst.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Pytest is the brain of the analyst.</a:t>
            </a:r>
          </a:p>
          <a:p>
            <a:pPr lvl="1"/>
            <a:endParaRPr lang="en-US" sz="2000" dirty="0">
              <a:latin typeface="Rockwell" panose="02060603020205020403" pitchFamily="18" charset="7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The base_url should be a clean temporary VM.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7AFAC-121F-A331-B727-1B3DBD1DE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17" y="1382308"/>
            <a:ext cx="7772400" cy="23400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05FBD15-448F-8C87-3937-2AD57B10DDC7}"/>
              </a:ext>
            </a:extLst>
          </p:cNvPr>
          <p:cNvCxnSpPr>
            <a:cxnSpLocks/>
          </p:cNvCxnSpPr>
          <p:nvPr/>
        </p:nvCxnSpPr>
        <p:spPr>
          <a:xfrm flipV="1">
            <a:off x="1848002" y="2532356"/>
            <a:ext cx="0" cy="191438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250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15B0-4722-A397-D993-F221DC62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FFA03743-809A-1827-22CD-EC10E32FA96E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B321039-6ABC-1724-0595-35B9022DB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38A7F1-B9F4-6060-E7D3-781AF4B7FA15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88806E-87D8-313E-1D43-963677F00846}"/>
              </a:ext>
            </a:extLst>
          </p:cNvPr>
          <p:cNvSpPr txBox="1"/>
          <p:nvPr/>
        </p:nvSpPr>
        <p:spPr>
          <a:xfrm>
            <a:off x="445080" y="5013500"/>
            <a:ext cx="9650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Attack payload admin’ --.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If there is a success, then it’s a problem. The pipeline stops.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5A9F1-4531-0FB3-6145-18EA3C10A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8" y="1378953"/>
            <a:ext cx="11097654" cy="277812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D6899-CD97-99B7-C765-222803DB9D06}"/>
              </a:ext>
            </a:extLst>
          </p:cNvPr>
          <p:cNvCxnSpPr>
            <a:cxnSpLocks/>
          </p:cNvCxnSpPr>
          <p:nvPr/>
        </p:nvCxnSpPr>
        <p:spPr>
          <a:xfrm flipV="1">
            <a:off x="4841723" y="3052186"/>
            <a:ext cx="0" cy="191438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6594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F4A4-DF90-5A2D-B645-0C266735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9EA63187-2991-B35F-4CF2-3E0DB1ACF193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EB82C90-3C14-22C8-7F67-454C03B9E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4F3808-52E1-D87A-E668-EA244B26D4D9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F17EB-619C-9282-A795-B8A3E12CE2DA}"/>
              </a:ext>
            </a:extLst>
          </p:cNvPr>
          <p:cNvSpPr txBox="1"/>
          <p:nvPr/>
        </p:nvSpPr>
        <p:spPr>
          <a:xfrm>
            <a:off x="445080" y="5013500"/>
            <a:ext cx="9650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is to test if the program leaks a block list of technical terms.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Check the ”`” here.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90C91-F948-8D92-7D47-F220BE94D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09" y="1382308"/>
            <a:ext cx="11266592" cy="261631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828034-C237-6A5E-FA0D-F67CDCEF9CF5}"/>
              </a:ext>
            </a:extLst>
          </p:cNvPr>
          <p:cNvCxnSpPr>
            <a:cxnSpLocks/>
          </p:cNvCxnSpPr>
          <p:nvPr/>
        </p:nvCxnSpPr>
        <p:spPr>
          <a:xfrm flipV="1">
            <a:off x="4841723" y="3851753"/>
            <a:ext cx="0" cy="111481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2429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C978-9EB0-9F2D-EA62-9D614626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65B95961-6D76-BE76-7045-63A4CB67789A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3E3AD8F-C236-B848-3AAB-EAC35A089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5D4F67-23E5-1FFB-FBB7-45F6214A1D15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6A42-E2CC-1B75-7F90-82215FFF4DC6}"/>
              </a:ext>
            </a:extLst>
          </p:cNvPr>
          <p:cNvSpPr txBox="1"/>
          <p:nvPr/>
        </p:nvSpPr>
        <p:spPr>
          <a:xfrm>
            <a:off x="445080" y="5013500"/>
            <a:ext cx="9650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does a legitimate log in to detect if any PII is leaked.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58BA8-E658-D419-A0AD-3DA1D4BB1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80" y="1495826"/>
            <a:ext cx="7772400" cy="178604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53C060-EA53-6B54-C71E-3E0235DDD5A7}"/>
              </a:ext>
            </a:extLst>
          </p:cNvPr>
          <p:cNvCxnSpPr>
            <a:cxnSpLocks/>
          </p:cNvCxnSpPr>
          <p:nvPr/>
        </p:nvCxnSpPr>
        <p:spPr>
          <a:xfrm flipV="1">
            <a:off x="4841723" y="3181611"/>
            <a:ext cx="0" cy="1784959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458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6064-AC4A-9FAF-BE32-B0A72BDF8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2D03C371-7DBA-97F7-0812-27089325054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2036E19-DE39-E995-DCA4-04A686AF7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F49C43-FBA7-2818-7334-79B64EF305F3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FBFE4-D43B-FDA4-2869-81C3D96A0708}"/>
              </a:ext>
            </a:extLst>
          </p:cNvPr>
          <p:cNvSpPr txBox="1"/>
          <p:nvPr/>
        </p:nvSpPr>
        <p:spPr>
          <a:xfrm>
            <a:off x="745299" y="2006107"/>
            <a:ext cx="99769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There is a file auth-service.py.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We will write test cases for the service </a:t>
            </a:r>
            <a:r>
              <a:rPr lang="en-US" sz="2000" dirty="0" err="1">
                <a:latin typeface="Rockwell" panose="02060603020205020403" pitchFamily="18" charset="77"/>
              </a:rPr>
              <a:t>authautest.py</a:t>
            </a:r>
            <a:r>
              <a:rPr lang="en-US" sz="2000" dirty="0">
                <a:latin typeface="Rockwell" panose="02060603020205020403" pitchFamily="18" charset="77"/>
              </a:rPr>
              <a:t>.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We will write a YAML file to act as an engine auth-</a:t>
            </a:r>
            <a:r>
              <a:rPr lang="en-US" sz="2000" dirty="0" err="1">
                <a:solidFill>
                  <a:srgbClr val="FF0000"/>
                </a:solidFill>
                <a:latin typeface="Rockwell" panose="02060603020205020403" pitchFamily="18" charset="77"/>
              </a:rPr>
              <a:t>pipe.yaml</a:t>
            </a:r>
            <a:r>
              <a:rPr lang="en-US" sz="2000" dirty="0">
                <a:solidFill>
                  <a:srgbClr val="FF0000"/>
                </a:solidFill>
                <a:latin typeface="Rockwell" panose="02060603020205020403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979610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61AFE-9211-3FB7-7F75-E0FC7052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F5EB48C8-0AEF-FBCF-471B-F5A49B476F0A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7F2A198-39F7-BE45-CD94-F818EFB7A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3A0977-0BD6-9498-56FE-85D7F54139B4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81207-B4F2-75AB-3CA9-CE28FDA26F96}"/>
              </a:ext>
            </a:extLst>
          </p:cNvPr>
          <p:cNvSpPr txBox="1"/>
          <p:nvPr/>
        </p:nvSpPr>
        <p:spPr>
          <a:xfrm>
            <a:off x="7108521" y="1382308"/>
            <a:ext cx="49024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push: when developers save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pull_request: When someone tries to merge their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This means continuous monitoring.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29B92A-1B95-329E-12DF-03195E44081E}"/>
              </a:ext>
            </a:extLst>
          </p:cNvPr>
          <p:cNvSpPr txBox="1"/>
          <p:nvPr/>
        </p:nvSpPr>
        <p:spPr>
          <a:xfrm>
            <a:off x="4653418" y="4471104"/>
            <a:ext cx="6651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I got a lot of deprecation warnings earlier, this fixed that.</a:t>
            </a: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This is to use the latest Node.js engine</a:t>
            </a:r>
          </a:p>
          <a:p>
            <a:endParaRPr lang="en-US" dirty="0">
              <a:latin typeface="Rockwell" panose="02060603020205020403" pitchFamily="18" charset="77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C51E86-B507-B0D2-C6C7-FFAD6BD05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45" y="1416690"/>
            <a:ext cx="6509263" cy="2159131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A1F9D1E-E246-A695-AF5C-B56280B1F4BD}"/>
              </a:ext>
            </a:extLst>
          </p:cNvPr>
          <p:cNvCxnSpPr>
            <a:cxnSpLocks/>
          </p:cNvCxnSpPr>
          <p:nvPr/>
        </p:nvCxnSpPr>
        <p:spPr>
          <a:xfrm flipH="1">
            <a:off x="5724396" y="2008316"/>
            <a:ext cx="1384126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FC2DEB9-8FF2-510C-B993-21F033F6B8F4}"/>
              </a:ext>
            </a:extLst>
          </p:cNvPr>
          <p:cNvCxnSpPr>
            <a:cxnSpLocks/>
          </p:cNvCxnSpPr>
          <p:nvPr/>
        </p:nvCxnSpPr>
        <p:spPr>
          <a:xfrm flipV="1">
            <a:off x="5601223" y="3237954"/>
            <a:ext cx="0" cy="112110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2400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7DF7-9A31-DE3D-F178-676DD218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542BB124-0A02-001F-8836-02F35B57FF8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DE0BC2A-2784-C499-A32B-BEAD13B7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4A5C95-6ECF-945A-0C35-ED21910793FF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EA3A5-8FDC-BCDE-B432-765929E22281}"/>
              </a:ext>
            </a:extLst>
          </p:cNvPr>
          <p:cNvSpPr txBox="1"/>
          <p:nvPr/>
        </p:nvSpPr>
        <p:spPr>
          <a:xfrm>
            <a:off x="6976997" y="2032953"/>
            <a:ext cx="4902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What to do -&gt; jobs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Where -&gt; the environment.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67870C-C923-F6B6-372B-F5FB44F2F3E4}"/>
              </a:ext>
            </a:extLst>
          </p:cNvPr>
          <p:cNvSpPr txBox="1"/>
          <p:nvPr/>
        </p:nvSpPr>
        <p:spPr>
          <a:xfrm>
            <a:off x="6976997" y="3542340"/>
            <a:ext cx="1991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Clone the code.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F339AE-183C-B9AF-2B6C-B44994A27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12" y="1382308"/>
            <a:ext cx="6105126" cy="281092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80B46-B0D6-F5AF-A934-9F70301C30F7}"/>
              </a:ext>
            </a:extLst>
          </p:cNvPr>
          <p:cNvCxnSpPr>
            <a:cxnSpLocks/>
          </p:cNvCxnSpPr>
          <p:nvPr/>
        </p:nvCxnSpPr>
        <p:spPr>
          <a:xfrm flipH="1">
            <a:off x="5075010" y="2421675"/>
            <a:ext cx="1901987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800CA2-464D-CD57-F2F4-EF1A527DA2DF}"/>
              </a:ext>
            </a:extLst>
          </p:cNvPr>
          <p:cNvCxnSpPr>
            <a:cxnSpLocks/>
          </p:cNvCxnSpPr>
          <p:nvPr/>
        </p:nvCxnSpPr>
        <p:spPr>
          <a:xfrm flipH="1">
            <a:off x="6183684" y="3738995"/>
            <a:ext cx="699368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64978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C50E-A2ED-37BA-4442-385B4E20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21C094C8-2BF6-C342-3B88-18907C3675D8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D963F71-0020-E06A-1ADA-0F2217189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630D15-3956-C704-B1C6-9AA0F3E5E2E1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CD5BD-3BF4-B828-096E-E060A860ED41}"/>
              </a:ext>
            </a:extLst>
          </p:cNvPr>
          <p:cNvSpPr txBox="1"/>
          <p:nvPr/>
        </p:nvSpPr>
        <p:spPr>
          <a:xfrm>
            <a:off x="6810198" y="1854214"/>
            <a:ext cx="4878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Rockwell" panose="02060603020205020403" pitchFamily="18" charset="77"/>
              </a:rPr>
              <a:t>Installs specific version of Python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AB5263-E9D9-2168-1E17-BF468B7EEB47}"/>
              </a:ext>
            </a:extLst>
          </p:cNvPr>
          <p:cNvSpPr txBox="1"/>
          <p:nvPr/>
        </p:nvSpPr>
        <p:spPr>
          <a:xfrm>
            <a:off x="6883052" y="3505923"/>
            <a:ext cx="4027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Installs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flask to run the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pytest to run the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requests to simulate the attacker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0ADEC3-8E68-3AA4-4492-7701D91BD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49" y="1382308"/>
            <a:ext cx="6105482" cy="316448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57B3B5-06B9-08FF-E554-0240358E569D}"/>
              </a:ext>
            </a:extLst>
          </p:cNvPr>
          <p:cNvCxnSpPr>
            <a:cxnSpLocks/>
          </p:cNvCxnSpPr>
          <p:nvPr/>
        </p:nvCxnSpPr>
        <p:spPr>
          <a:xfrm flipH="1">
            <a:off x="5367403" y="2054269"/>
            <a:ext cx="1440493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518709-E3D5-7780-430F-DFE04B7834C1}"/>
              </a:ext>
            </a:extLst>
          </p:cNvPr>
          <p:cNvCxnSpPr>
            <a:cxnSpLocks/>
          </p:cNvCxnSpPr>
          <p:nvPr/>
        </p:nvCxnSpPr>
        <p:spPr>
          <a:xfrm flipH="1">
            <a:off x="5423770" y="3753610"/>
            <a:ext cx="1384126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0768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075EA-54B3-A3A3-01E6-797DC4769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B2EE15C4-30B7-6659-DB9D-0E1888097F5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797FDC9-157C-E0FE-0C0D-DF3DB39D9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8997BB-7B5F-D2B6-99A2-D5BA6B0F3E59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27DF76-6ADF-A5D5-E49C-1918765BC3E1}"/>
              </a:ext>
            </a:extLst>
          </p:cNvPr>
          <p:cNvSpPr txBox="1"/>
          <p:nvPr/>
        </p:nvSpPr>
        <p:spPr>
          <a:xfrm>
            <a:off x="838080" y="4970683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Simulation to create a users.db and puts some data inside.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nohup tells Linux not to hang up when it moves to the next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The </a:t>
            </a:r>
            <a:r>
              <a:rPr lang="en-US" dirty="0" err="1">
                <a:latin typeface="Rockwell" panose="02060603020205020403" pitchFamily="18" charset="77"/>
              </a:rPr>
              <a:t>flask.log</a:t>
            </a:r>
            <a:r>
              <a:rPr lang="en-US" dirty="0">
                <a:latin typeface="Rockwell" panose="02060603020205020403" pitchFamily="18" charset="77"/>
              </a:rPr>
              <a:t> 2&gt;&amp;1 places all log messages into a debug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&amp; is critical, this makes Flask app run in the background.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I put the </a:t>
            </a:r>
            <a:r>
              <a:rPr lang="en-US" dirty="0" err="1">
                <a:latin typeface="Rockwell" panose="02060603020205020403" pitchFamily="18" charset="77"/>
              </a:rPr>
              <a:t>ps</a:t>
            </a:r>
            <a:r>
              <a:rPr lang="en-US" dirty="0">
                <a:latin typeface="Rockwell" panose="02060603020205020403" pitchFamily="18" charset="77"/>
              </a:rPr>
              <a:t> as I was not successful many times and the curl is also for the same purpose.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ckwell" panose="02060603020205020403" pitchFamily="18" charset="77"/>
              </a:rPr>
              <a:t>This gives the web serve 5 seconds to wake up and start listening.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19EADA-B4B8-D2B3-7900-DABB4C31D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8" y="1332204"/>
            <a:ext cx="7772400" cy="349508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1FC91E-B6CF-EB04-0632-7E406078EACE}"/>
              </a:ext>
            </a:extLst>
          </p:cNvPr>
          <p:cNvCxnSpPr>
            <a:cxnSpLocks/>
          </p:cNvCxnSpPr>
          <p:nvPr/>
        </p:nvCxnSpPr>
        <p:spPr>
          <a:xfrm flipH="1">
            <a:off x="3557392" y="4574065"/>
            <a:ext cx="5354876" cy="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15209D-4EE5-5B49-6A9E-D607026EC343}"/>
              </a:ext>
            </a:extLst>
          </p:cNvPr>
          <p:cNvSpPr txBox="1"/>
          <p:nvPr/>
        </p:nvSpPr>
        <p:spPr>
          <a:xfrm>
            <a:off x="9037529" y="4403043"/>
            <a:ext cx="1271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Auditor</a:t>
            </a:r>
          </a:p>
        </p:txBody>
      </p:sp>
    </p:spTree>
    <p:extLst>
      <p:ext uri="{BB962C8B-B14F-4D97-AF65-F5344CB8AC3E}">
        <p14:creationId xmlns:p14="http://schemas.microsoft.com/office/powerpoint/2010/main" val="3950188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E852F-A13C-94AE-9290-34CB6052A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EE941B10-9D8E-D435-E1CF-D9C216CEA569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DAB0C6D6-0B83-D739-2683-7B431EC5E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308D50-2D87-B8BA-644B-ED629F2A375B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Let us build the automated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E17D54-9674-9999-2F19-89AF8815463F}"/>
              </a:ext>
            </a:extLst>
          </p:cNvPr>
          <p:cNvSpPr txBox="1"/>
          <p:nvPr/>
        </p:nvSpPr>
        <p:spPr>
          <a:xfrm>
            <a:off x="569934" y="1592748"/>
            <a:ext cx="1117948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Go to your project directory as cd &lt;project directory&gt;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init –b main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add . (grabs everything)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commit –m “message”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remote add origin &lt;your repository url&gt; (You will find this under the code &lt;&gt; button in your repository and will end with .git)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Type git push origin main (If you need authentication get tokens or we will help)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Rockwell" panose="02060603020205020403" pitchFamily="18" charset="77"/>
              </a:rPr>
              <a:t>Go to the actions tab on your repository and see the red/green button.</a:t>
            </a:r>
          </a:p>
          <a:p>
            <a:pPr marL="457200" indent="-457200">
              <a:buAutoNum type="arabicPeriod"/>
            </a:pPr>
            <a:endParaRPr lang="en-US" sz="2000" dirty="0">
              <a:latin typeface="Rockwell" panose="020606030202050204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00711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831E-09AD-EB9A-DA18-3F1D0F3A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F6E510CD-334A-9B5E-07D6-B5708304CF2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7BBEC35-442E-E088-9491-C0D1FCD54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49667C-5BFE-DE3C-8195-4FFFDF3EA0D8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86D7D-294A-72D0-9080-F7E0DA842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10" y="1231452"/>
            <a:ext cx="10095491" cy="424701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7E4F681-01A8-8A06-2B12-22001B29DECC}"/>
              </a:ext>
            </a:extLst>
          </p:cNvPr>
          <p:cNvCxnSpPr>
            <a:cxnSpLocks/>
          </p:cNvCxnSpPr>
          <p:nvPr/>
        </p:nvCxnSpPr>
        <p:spPr>
          <a:xfrm flipV="1">
            <a:off x="6607479" y="1979112"/>
            <a:ext cx="0" cy="373902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1CE561-F59A-67E7-04D5-FBDAD407AF12}"/>
              </a:ext>
            </a:extLst>
          </p:cNvPr>
          <p:cNvSpPr txBox="1"/>
          <p:nvPr/>
        </p:nvSpPr>
        <p:spPr>
          <a:xfrm>
            <a:off x="4415424" y="5829386"/>
            <a:ext cx="4659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This is my successful automated pipeline.</a:t>
            </a:r>
          </a:p>
          <a:p>
            <a:r>
              <a:rPr lang="en-US" dirty="0">
                <a:latin typeface="Rockwell" panose="02060603020205020403" pitchFamily="18" charset="77"/>
              </a:rPr>
              <a:t>A lot of fixes before this worked.</a:t>
            </a:r>
          </a:p>
        </p:txBody>
      </p:sp>
    </p:spTree>
    <p:extLst>
      <p:ext uri="{BB962C8B-B14F-4D97-AF65-F5344CB8AC3E}">
        <p14:creationId xmlns:p14="http://schemas.microsoft.com/office/powerpoint/2010/main" val="10340268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9384-8FA9-E3B4-4346-71BC157ED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29E5BF0A-442C-593D-9D96-056E65D2DA82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2AB09FA-5127-A45A-A06C-B1C1F9F6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496A9A-5135-CB72-DF9F-77C3B670E507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76674-2CB3-4445-8718-59B266F6B9C5}"/>
              </a:ext>
            </a:extLst>
          </p:cNvPr>
          <p:cNvSpPr txBox="1"/>
          <p:nvPr/>
        </p:nvSpPr>
        <p:spPr>
          <a:xfrm>
            <a:off x="2862197" y="2622723"/>
            <a:ext cx="5273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What you just did is</a:t>
            </a:r>
          </a:p>
          <a:p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Automated security testing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Environment integrity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Vulnerability remediation</a:t>
            </a:r>
          </a:p>
        </p:txBody>
      </p:sp>
    </p:spTree>
    <p:extLst>
      <p:ext uri="{BB962C8B-B14F-4D97-AF65-F5344CB8AC3E}">
        <p14:creationId xmlns:p14="http://schemas.microsoft.com/office/powerpoint/2010/main" val="157878967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B0271-843B-90EE-5A8A-DA1F2C34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BC3D89D1-935F-D698-7315-181F03CEB48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62A3365-9EC7-06E5-3198-517EB9CAB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900A28-6DE3-2785-D571-878D5EED9D63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3D8C1-58D3-F712-C8F2-DB24CA86EE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7" y="1382308"/>
            <a:ext cx="12018413" cy="31252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7E893A-2E42-A54D-A87A-B83278036040}"/>
              </a:ext>
            </a:extLst>
          </p:cNvPr>
          <p:cNvCxnSpPr>
            <a:cxnSpLocks/>
          </p:cNvCxnSpPr>
          <p:nvPr/>
        </p:nvCxnSpPr>
        <p:spPr>
          <a:xfrm flipV="1">
            <a:off x="569934" y="1966586"/>
            <a:ext cx="0" cy="3739020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55F1E00-552E-7624-C363-3BD14C0641E5}"/>
              </a:ext>
            </a:extLst>
          </p:cNvPr>
          <p:cNvSpPr txBox="1"/>
          <p:nvPr/>
        </p:nvSpPr>
        <p:spPr>
          <a:xfrm>
            <a:off x="181627" y="5705606"/>
            <a:ext cx="11373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This created </a:t>
            </a:r>
            <a:r>
              <a:rPr lang="en-US" dirty="0" err="1">
                <a:latin typeface="Rockwell" panose="02060603020205020403" pitchFamily="18" charset="77"/>
              </a:rPr>
              <a:t>users.db</a:t>
            </a:r>
            <a:r>
              <a:rPr lang="en-US" dirty="0">
                <a:latin typeface="Rockwell" panose="02060603020205020403" pitchFamily="18" charset="77"/>
              </a:rPr>
              <a:t> and placed a dummy ‘admin’ user with a fake </a:t>
            </a:r>
            <a:r>
              <a:rPr lang="en-US" dirty="0" err="1">
                <a:latin typeface="Rockwell" panose="02060603020205020403" pitchFamily="18" charset="77"/>
              </a:rPr>
              <a:t>ssn</a:t>
            </a:r>
            <a:r>
              <a:rPr lang="en-US" dirty="0">
                <a:latin typeface="Rockwell" panose="02060603020205020403" pitchFamily="18" charset="77"/>
              </a:rPr>
              <a:t>. Now there is data to audit during tests.</a:t>
            </a:r>
          </a:p>
        </p:txBody>
      </p:sp>
    </p:spTree>
    <p:extLst>
      <p:ext uri="{BB962C8B-B14F-4D97-AF65-F5344CB8AC3E}">
        <p14:creationId xmlns:p14="http://schemas.microsoft.com/office/powerpoint/2010/main" val="32714324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81F9-4E76-CBEC-ACA8-325A5493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EC8ECCFE-1937-C78F-7E56-805E0202CF61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E3261506-3CD2-96BD-60D3-0F7A2B90C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1E2B63-181C-2E0A-F3A2-8E316BF0DB4D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BB3F31-1B4C-8F5E-BB07-0C2DCEB95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7" y="1382308"/>
            <a:ext cx="12018413" cy="31252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04B3A3-E571-1DB1-4910-7D0682312E74}"/>
              </a:ext>
            </a:extLst>
          </p:cNvPr>
          <p:cNvCxnSpPr>
            <a:cxnSpLocks/>
          </p:cNvCxnSpPr>
          <p:nvPr/>
        </p:nvCxnSpPr>
        <p:spPr>
          <a:xfrm flipV="1">
            <a:off x="569934" y="2192055"/>
            <a:ext cx="0" cy="3513551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28AD9E-194E-9695-4287-C779E572E1ED}"/>
              </a:ext>
            </a:extLst>
          </p:cNvPr>
          <p:cNvSpPr txBox="1"/>
          <p:nvPr/>
        </p:nvSpPr>
        <p:spPr>
          <a:xfrm>
            <a:off x="181627" y="5705606"/>
            <a:ext cx="113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Line 22-26 says that Flask app started successfully in the background and is listening. </a:t>
            </a:r>
          </a:p>
        </p:txBody>
      </p:sp>
    </p:spTree>
    <p:extLst>
      <p:ext uri="{BB962C8B-B14F-4D97-AF65-F5344CB8AC3E}">
        <p14:creationId xmlns:p14="http://schemas.microsoft.com/office/powerpoint/2010/main" val="28360640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42DF-22B9-72BA-2C53-A49421CF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91CD3C21-13FA-91EB-E9F8-541FBACC3B70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EFE6164-E30A-F0FA-D377-4C963941E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B0A1FD-0C68-B6F4-07B8-D72018CC1032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C9941-3542-5FAF-9601-DE000076E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7" y="1382308"/>
            <a:ext cx="12018413" cy="31252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051408-8DF6-0DAA-FE4B-7B707AD71F16}"/>
              </a:ext>
            </a:extLst>
          </p:cNvPr>
          <p:cNvCxnSpPr>
            <a:cxnSpLocks/>
          </p:cNvCxnSpPr>
          <p:nvPr/>
        </p:nvCxnSpPr>
        <p:spPr>
          <a:xfrm flipH="1" flipV="1">
            <a:off x="5123145" y="3050088"/>
            <a:ext cx="43841" cy="2655518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CE24DA3-8078-1DBB-168F-D8D603724B1B}"/>
              </a:ext>
            </a:extLst>
          </p:cNvPr>
          <p:cNvSpPr txBox="1"/>
          <p:nvPr/>
        </p:nvSpPr>
        <p:spPr>
          <a:xfrm>
            <a:off x="181627" y="5705606"/>
            <a:ext cx="1137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Typo in my curl command but I did not realize it and tried a fix with a || so the script worked.</a:t>
            </a:r>
          </a:p>
        </p:txBody>
      </p:sp>
    </p:spTree>
    <p:extLst>
      <p:ext uri="{BB962C8B-B14F-4D97-AF65-F5344CB8AC3E}">
        <p14:creationId xmlns:p14="http://schemas.microsoft.com/office/powerpoint/2010/main" val="9415465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09D2-DB6F-CEBE-857B-AE572DAC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4CE3AED8-33B3-249B-68B9-9F6CBA0A52D8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6F5B08F-19EA-971E-D94C-211CD03F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EC1643-8B37-79F6-9C2B-FAA610E31E81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516EA-C8FC-3553-B417-C8DBC59591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7" y="1382308"/>
            <a:ext cx="12018413" cy="31252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B20121-49AE-D98E-9B4E-7915886A82E7}"/>
              </a:ext>
            </a:extLst>
          </p:cNvPr>
          <p:cNvCxnSpPr>
            <a:cxnSpLocks/>
          </p:cNvCxnSpPr>
          <p:nvPr/>
        </p:nvCxnSpPr>
        <p:spPr>
          <a:xfrm flipV="1">
            <a:off x="332509" y="3241109"/>
            <a:ext cx="0" cy="2379946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664144-77BD-1E11-9651-6031281F70A3}"/>
              </a:ext>
            </a:extLst>
          </p:cNvPr>
          <p:cNvSpPr txBox="1"/>
          <p:nvPr/>
        </p:nvSpPr>
        <p:spPr>
          <a:xfrm>
            <a:off x="181627" y="5621055"/>
            <a:ext cx="11373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ckwell" panose="02060603020205020403" pitchFamily="18" charset="77"/>
              </a:rPr>
              <a:t>Pytest took over and ran the three functions we wrote. The code is secure against SQL injection, does not leak database details and no PII were leaked.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C0CFC6-A147-C2E5-F907-82BA74F55D4F}"/>
              </a:ext>
            </a:extLst>
          </p:cNvPr>
          <p:cNvSpPr txBox="1"/>
          <p:nvPr/>
        </p:nvSpPr>
        <p:spPr>
          <a:xfrm>
            <a:off x="4540686" y="6325644"/>
            <a:ext cx="4121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Rockwell" panose="02060603020205020403" pitchFamily="18" charset="77"/>
              </a:rPr>
              <a:t>Beware of a false sense of security</a:t>
            </a:r>
          </a:p>
        </p:txBody>
      </p:sp>
    </p:spTree>
    <p:extLst>
      <p:ext uri="{BB962C8B-B14F-4D97-AF65-F5344CB8AC3E}">
        <p14:creationId xmlns:p14="http://schemas.microsoft.com/office/powerpoint/2010/main" val="28674958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F40E-2029-20A8-B1D7-87A346E2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9E141A52-5934-5CCC-A32B-37D126E0AD37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C680D7A-057B-7F60-17B4-8B5A73B8E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642" y="336597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B7B10B-E1CB-F895-FC47-00D7B14C52D8}"/>
              </a:ext>
            </a:extLst>
          </p:cNvPr>
          <p:cNvSpPr txBox="1"/>
          <p:nvPr/>
        </p:nvSpPr>
        <p:spPr>
          <a:xfrm>
            <a:off x="332509" y="611832"/>
            <a:ext cx="754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86AE9-8A7F-897B-8505-F4ECEC86AF10}"/>
              </a:ext>
            </a:extLst>
          </p:cNvPr>
          <p:cNvSpPr txBox="1"/>
          <p:nvPr/>
        </p:nvSpPr>
        <p:spPr>
          <a:xfrm>
            <a:off x="332509" y="1957192"/>
            <a:ext cx="11373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There is a file auth-service-</a:t>
            </a:r>
            <a:r>
              <a:rPr lang="en-US" dirty="0" err="1">
                <a:latin typeface="Rockwell" panose="02060603020205020403" pitchFamily="18" charset="77"/>
              </a:rPr>
              <a:t>new.py</a:t>
            </a: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Can you test that with the same auditor and YAML. You need to make one change. Be careful, don’t break your build pipeline. 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Would encourage you all to try but ask if not sure. 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Show us the results.</a:t>
            </a:r>
          </a:p>
        </p:txBody>
      </p:sp>
    </p:spTree>
    <p:extLst>
      <p:ext uri="{BB962C8B-B14F-4D97-AF65-F5344CB8AC3E}">
        <p14:creationId xmlns:p14="http://schemas.microsoft.com/office/powerpoint/2010/main" val="15911067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186F-045B-A991-37AF-6B77EBC4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B74ECA9E-C9DF-7817-E842-94F85EA0F896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3668425-66BC-B04A-B100-931A3095C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168" y="150779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112246-BC12-3482-529F-BCC2897E3BD8}"/>
              </a:ext>
            </a:extLst>
          </p:cNvPr>
          <p:cNvSpPr txBox="1"/>
          <p:nvPr/>
        </p:nvSpPr>
        <p:spPr>
          <a:xfrm>
            <a:off x="75725" y="336596"/>
            <a:ext cx="94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Analysts are the guardians of the Pipeline (Manual tests)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8396F-6F9A-ADC5-D9DA-EC9B7F25A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33" y="1045634"/>
            <a:ext cx="11423168" cy="577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308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FDE27-EF52-5638-748E-EC862185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2812A1C7-86F4-8AC3-3066-AACDE88CC62C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6707DBCA-2559-CBC7-4D16-E2B292C24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168" y="150779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43ED8-9AF2-1040-1D72-5696DF1F5A4D}"/>
              </a:ext>
            </a:extLst>
          </p:cNvPr>
          <p:cNvSpPr txBox="1"/>
          <p:nvPr/>
        </p:nvSpPr>
        <p:spPr>
          <a:xfrm>
            <a:off x="134992" y="522414"/>
            <a:ext cx="6536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Lab Exercise to be done in groups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CC2A1-8715-2D2E-648A-267C77261854}"/>
              </a:ext>
            </a:extLst>
          </p:cNvPr>
          <p:cNvSpPr txBox="1"/>
          <p:nvPr/>
        </p:nvSpPr>
        <p:spPr>
          <a:xfrm>
            <a:off x="332509" y="1957192"/>
            <a:ext cx="113736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Each group has 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Developers.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Security auditor (those would modify the test script.)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DevOps engineer who would manage the YAML and Github action logs.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Warm up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Let developers push a faulty code (modify the service).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As a group watch the Actions tab.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Take and show a screenshot from the output to identify the hole.</a:t>
            </a:r>
          </a:p>
        </p:txBody>
      </p:sp>
    </p:spTree>
    <p:extLst>
      <p:ext uri="{BB962C8B-B14F-4D97-AF65-F5344CB8AC3E}">
        <p14:creationId xmlns:p14="http://schemas.microsoft.com/office/powerpoint/2010/main" val="31289150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F4EBF-4553-2A6D-9EE8-E625E1ED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3">
            <a:extLst>
              <a:ext uri="{FF2B5EF4-FFF2-40B4-BE49-F238E27FC236}">
                <a16:creationId xmlns:a16="http://schemas.microsoft.com/office/drawing/2014/main" id="{8089F319-9266-CC26-7767-CC582CE67932}"/>
              </a:ext>
            </a:extLst>
          </p:cNvPr>
          <p:cNvSpPr/>
          <p:nvPr/>
        </p:nvSpPr>
        <p:spPr>
          <a:xfrm>
            <a:off x="838080" y="1258500"/>
            <a:ext cx="10515600" cy="360"/>
          </a:xfrm>
          <a:prstGeom prst="line">
            <a:avLst/>
          </a:prstGeom>
          <a:ln w="19080">
            <a:solidFill>
              <a:srgbClr val="C0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22FDA5D-D875-8714-2676-301C9E061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168" y="150779"/>
            <a:ext cx="2237138" cy="8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F7C10C-D549-841F-F725-83864607C9D0}"/>
              </a:ext>
            </a:extLst>
          </p:cNvPr>
          <p:cNvSpPr txBox="1"/>
          <p:nvPr/>
        </p:nvSpPr>
        <p:spPr>
          <a:xfrm>
            <a:off x="134992" y="522414"/>
            <a:ext cx="6536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Rockwell" panose="02060603020205020403" pitchFamily="18" charset="77"/>
              </a:rPr>
              <a:t>Lab Exercise to be done in groups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1E534-623E-6B6A-FB55-E46DAC313000}"/>
              </a:ext>
            </a:extLst>
          </p:cNvPr>
          <p:cNvSpPr txBox="1"/>
          <p:nvPr/>
        </p:nvSpPr>
        <p:spPr>
          <a:xfrm>
            <a:off x="332509" y="1957192"/>
            <a:ext cx="113736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Second exercise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Security auditor (those would modify the test script.) to add a 4</a:t>
            </a:r>
            <a:r>
              <a:rPr lang="en-US" baseline="30000" dirty="0">
                <a:latin typeface="Rockwell" panose="02060603020205020403" pitchFamily="18" charset="77"/>
              </a:rPr>
              <a:t>th</a:t>
            </a:r>
            <a:r>
              <a:rPr lang="en-US" dirty="0">
                <a:latin typeface="Rockwell" panose="02060603020205020403" pitchFamily="18" charset="77"/>
              </a:rPr>
              <a:t> test case.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The server must never return a 500 Internal Server Error even if the input is invalid. It should always return 400 or 401.</a:t>
            </a:r>
          </a:p>
          <a:p>
            <a:pPr marL="342900" indent="-342900">
              <a:buAutoNum type="arabicPeriod"/>
            </a:pPr>
            <a:endParaRPr lang="en-US" dirty="0">
              <a:latin typeface="Rockwell" panose="02060603020205020403" pitchFamily="18" charset="77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Human factors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How could a developer bypass the Github actions gate?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Is it better to see a red on Github or to find the bug in an app live?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Rockwell" panose="02060603020205020403" pitchFamily="18" charset="77"/>
              </a:rPr>
              <a:t>Finally add a </a:t>
            </a:r>
            <a:r>
              <a:rPr lang="en-US" dirty="0" err="1">
                <a:latin typeface="Rockwell" panose="02060603020205020403" pitchFamily="18" charset="77"/>
              </a:rPr>
              <a:t>security.md</a:t>
            </a:r>
            <a:r>
              <a:rPr lang="en-US" dirty="0">
                <a:latin typeface="Rockwell" panose="02060603020205020403" pitchFamily="18" charset="77"/>
              </a:rPr>
              <a:t> file in your repository. Explain why you did so and what are the benefits of doing so.</a:t>
            </a:r>
          </a:p>
        </p:txBody>
      </p:sp>
    </p:spTree>
    <p:extLst>
      <p:ext uri="{BB962C8B-B14F-4D97-AF65-F5344CB8AC3E}">
        <p14:creationId xmlns:p14="http://schemas.microsoft.com/office/powerpoint/2010/main" val="53502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2788</Words>
  <Application>Microsoft Macintosh PowerPoint</Application>
  <PresentationFormat>Widescreen</PresentationFormat>
  <Paragraphs>384</Paragraphs>
  <Slides>72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Aptos</vt:lpstr>
      <vt:lpstr>Aptos Display</vt:lpstr>
      <vt:lpstr>Arial</vt:lpstr>
      <vt:lpstr>Comic Sans MS</vt:lpstr>
      <vt:lpstr>Rockwell</vt:lpstr>
      <vt:lpstr>Office Theme</vt:lpstr>
      <vt:lpstr>Software Security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 Das Chowdhury</dc:creator>
  <cp:lastModifiedBy>Partha Das Chowdhury</cp:lastModifiedBy>
  <cp:revision>1</cp:revision>
  <dcterms:created xsi:type="dcterms:W3CDTF">2026-03-26T10:14:33Z</dcterms:created>
  <dcterms:modified xsi:type="dcterms:W3CDTF">2026-04-23T10:55:31Z</dcterms:modified>
</cp:coreProperties>
</file>